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0212A9-84CB-55F4-FEFD-96E00962C272}" v="8" dt="2019-11-20T23:15:23.091"/>
    <p1510:client id="{99D7D9A0-01AF-441F-8389-E3CDC39356C8}" v="2866" dt="2019-11-20T23:32:23.9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lyn Wolden" userId="S::woldenk2@wwu.edu::36403dd5-22f2-4c87-99c5-4ed927365ff0" providerId="AD" clId="Web-{99D7D9A0-01AF-441F-8389-E3CDC39356C8}"/>
    <pc:docChg chg="addSld modSld addMainMaster delMainMaster">
      <pc:chgData name="Kellyn Wolden" userId="S::woldenk2@wwu.edu::36403dd5-22f2-4c87-99c5-4ed927365ff0" providerId="AD" clId="Web-{99D7D9A0-01AF-441F-8389-E3CDC39356C8}" dt="2019-11-20T23:32:23.988" v="2866" actId="20577"/>
      <pc:docMkLst>
        <pc:docMk/>
      </pc:docMkLst>
      <pc:sldChg chg="addSp delSp modSp mod setBg modClrScheme chgLayout">
        <pc:chgData name="Kellyn Wolden" userId="S::woldenk2@wwu.edu::36403dd5-22f2-4c87-99c5-4ed927365ff0" providerId="AD" clId="Web-{99D7D9A0-01AF-441F-8389-E3CDC39356C8}" dt="2019-11-20T22:20:08.417" v="331" actId="20577"/>
        <pc:sldMkLst>
          <pc:docMk/>
          <pc:sldMk cId="109857222" sldId="256"/>
        </pc:sldMkLst>
        <pc:spChg chg="mod ord">
          <ac:chgData name="Kellyn Wolden" userId="S::woldenk2@wwu.edu::36403dd5-22f2-4c87-99c5-4ed927365ff0" providerId="AD" clId="Web-{99D7D9A0-01AF-441F-8389-E3CDC39356C8}" dt="2019-11-20T22:20:03.917" v="330"/>
          <ac:spMkLst>
            <pc:docMk/>
            <pc:sldMk cId="109857222" sldId="256"/>
            <ac:spMk id="2" creationId="{00000000-0000-0000-0000-000000000000}"/>
          </ac:spMkLst>
        </pc:spChg>
        <pc:spChg chg="mod ord">
          <ac:chgData name="Kellyn Wolden" userId="S::woldenk2@wwu.edu::36403dd5-22f2-4c87-99c5-4ed927365ff0" providerId="AD" clId="Web-{99D7D9A0-01AF-441F-8389-E3CDC39356C8}" dt="2019-11-20T22:20:08.417" v="331" actId="20577"/>
          <ac:spMkLst>
            <pc:docMk/>
            <pc:sldMk cId="109857222" sldId="256"/>
            <ac:spMk id="3" creationId="{00000000-0000-0000-0000-000000000000}"/>
          </ac:spMkLst>
        </pc:spChg>
        <pc:spChg chg="add">
          <ac:chgData name="Kellyn Wolden" userId="S::woldenk2@wwu.edu::36403dd5-22f2-4c87-99c5-4ed927365ff0" providerId="AD" clId="Web-{99D7D9A0-01AF-441F-8389-E3CDC39356C8}" dt="2019-11-20T22:20:03.917" v="330"/>
          <ac:spMkLst>
            <pc:docMk/>
            <pc:sldMk cId="109857222" sldId="256"/>
            <ac:spMk id="8" creationId="{559AE206-7EBA-4D33-8BC9-9D8158553F0E}"/>
          </ac:spMkLst>
        </pc:spChg>
        <pc:spChg chg="add">
          <ac:chgData name="Kellyn Wolden" userId="S::woldenk2@wwu.edu::36403dd5-22f2-4c87-99c5-4ed927365ff0" providerId="AD" clId="Web-{99D7D9A0-01AF-441F-8389-E3CDC39356C8}" dt="2019-11-20T22:20:03.917" v="330"/>
          <ac:spMkLst>
            <pc:docMk/>
            <pc:sldMk cId="109857222" sldId="256"/>
            <ac:spMk id="10" creationId="{6437D937-A7F1-4011-92B4-328E5BE1B166}"/>
          </ac:spMkLst>
        </pc:spChg>
        <pc:spChg chg="add">
          <ac:chgData name="Kellyn Wolden" userId="S::woldenk2@wwu.edu::36403dd5-22f2-4c87-99c5-4ed927365ff0" providerId="AD" clId="Web-{99D7D9A0-01AF-441F-8389-E3CDC39356C8}" dt="2019-11-20T22:20:03.917" v="330"/>
          <ac:spMkLst>
            <pc:docMk/>
            <pc:sldMk cId="109857222" sldId="256"/>
            <ac:spMk id="12" creationId="{B672F332-AF08-46C6-94F0-77684310D7B7}"/>
          </ac:spMkLst>
        </pc:spChg>
        <pc:spChg chg="add">
          <ac:chgData name="Kellyn Wolden" userId="S::woldenk2@wwu.edu::36403dd5-22f2-4c87-99c5-4ed927365ff0" providerId="AD" clId="Web-{99D7D9A0-01AF-441F-8389-E3CDC39356C8}" dt="2019-11-20T22:20:03.917" v="330"/>
          <ac:spMkLst>
            <pc:docMk/>
            <pc:sldMk cId="109857222" sldId="256"/>
            <ac:spMk id="14" creationId="{34244EF8-D73A-40E1-BE73-D46E6B4B04ED}"/>
          </ac:spMkLst>
        </pc:spChg>
        <pc:spChg chg="add">
          <ac:chgData name="Kellyn Wolden" userId="S::woldenk2@wwu.edu::36403dd5-22f2-4c87-99c5-4ed927365ff0" providerId="AD" clId="Web-{99D7D9A0-01AF-441F-8389-E3CDC39356C8}" dt="2019-11-20T22:20:03.917" v="330"/>
          <ac:spMkLst>
            <pc:docMk/>
            <pc:sldMk cId="109857222" sldId="256"/>
            <ac:spMk id="16" creationId="{AB84D7E8-4ECB-42D7-ADBF-01689B0F24AE}"/>
          </ac:spMkLst>
        </pc:spChg>
        <pc:picChg chg="add del">
          <ac:chgData name="Kellyn Wolden" userId="S::woldenk2@wwu.edu::36403dd5-22f2-4c87-99c5-4ed927365ff0" providerId="AD" clId="Web-{99D7D9A0-01AF-441F-8389-E3CDC39356C8}" dt="2019-11-20T22:20:03.902" v="329"/>
          <ac:picMkLst>
            <pc:docMk/>
            <pc:sldMk cId="109857222" sldId="256"/>
            <ac:picMk id="7" creationId="{C67936CD-7EB6-43C7-8B8A-E4607D33331E}"/>
          </ac:picMkLst>
        </pc:picChg>
        <pc:picChg chg="add del">
          <ac:chgData name="Kellyn Wolden" userId="S::woldenk2@wwu.edu::36403dd5-22f2-4c87-99c5-4ed927365ff0" providerId="AD" clId="Web-{99D7D9A0-01AF-441F-8389-E3CDC39356C8}" dt="2019-11-20T22:20:03.902" v="329"/>
          <ac:picMkLst>
            <pc:docMk/>
            <pc:sldMk cId="109857222" sldId="256"/>
            <ac:picMk id="9" creationId="{2625C392-C19A-4559-A427-DF2CB4397666}"/>
          </ac:picMkLst>
        </pc:picChg>
        <pc:cxnChg chg="add">
          <ac:chgData name="Kellyn Wolden" userId="S::woldenk2@wwu.edu::36403dd5-22f2-4c87-99c5-4ed927365ff0" providerId="AD" clId="Web-{99D7D9A0-01AF-441F-8389-E3CDC39356C8}" dt="2019-11-20T22:20:03.917" v="330"/>
          <ac:cxnSpMkLst>
            <pc:docMk/>
            <pc:sldMk cId="109857222" sldId="256"/>
            <ac:cxnSpMk id="18" creationId="{9E8E38ED-369A-44C2-B635-0BED0E48A6E8}"/>
          </ac:cxnSpMkLst>
        </pc:cxnChg>
      </pc:sldChg>
      <pc:sldChg chg="addSp delSp modSp new mod setBg modClrScheme chgLayout">
        <pc:chgData name="Kellyn Wolden" userId="S::woldenk2@wwu.edu::36403dd5-22f2-4c87-99c5-4ed927365ff0" providerId="AD" clId="Web-{99D7D9A0-01AF-441F-8389-E3CDC39356C8}" dt="2019-11-20T23:11:50.393" v="880" actId="20577"/>
        <pc:sldMkLst>
          <pc:docMk/>
          <pc:sldMk cId="2208006246" sldId="257"/>
        </pc:sldMkLst>
        <pc:spChg chg="mod ord">
          <ac:chgData name="Kellyn Wolden" userId="S::woldenk2@wwu.edu::36403dd5-22f2-4c87-99c5-4ed927365ff0" providerId="AD" clId="Web-{99D7D9A0-01AF-441F-8389-E3CDC39356C8}" dt="2019-11-20T23:11:17.909" v="856"/>
          <ac:spMkLst>
            <pc:docMk/>
            <pc:sldMk cId="2208006246" sldId="257"/>
            <ac:spMk id="2" creationId="{EFF33649-5102-4DA3-8545-6FC41491E1E0}"/>
          </ac:spMkLst>
        </pc:spChg>
        <pc:spChg chg="del mod ord">
          <ac:chgData name="Kellyn Wolden" userId="S::woldenk2@wwu.edu::36403dd5-22f2-4c87-99c5-4ed927365ff0" providerId="AD" clId="Web-{99D7D9A0-01AF-441F-8389-E3CDC39356C8}" dt="2019-11-20T23:11:17.909" v="856"/>
          <ac:spMkLst>
            <pc:docMk/>
            <pc:sldMk cId="2208006246" sldId="257"/>
            <ac:spMk id="3" creationId="{B1E106B0-2B4D-4947-B8E6-29F210DDF416}"/>
          </ac:spMkLst>
        </pc:spChg>
        <pc:spChg chg="add del">
          <ac:chgData name="Kellyn Wolden" userId="S::woldenk2@wwu.edu::36403dd5-22f2-4c87-99c5-4ed927365ff0" providerId="AD" clId="Web-{99D7D9A0-01AF-441F-8389-E3CDC39356C8}" dt="2019-11-20T22:24:18.716" v="622"/>
          <ac:spMkLst>
            <pc:docMk/>
            <pc:sldMk cId="2208006246" sldId="257"/>
            <ac:spMk id="8" creationId="{DFF41957-CB66-48E8-B537-EBB53B6785F9}"/>
          </ac:spMkLst>
        </pc:spChg>
        <pc:spChg chg="add del">
          <ac:chgData name="Kellyn Wolden" userId="S::woldenk2@wwu.edu::36403dd5-22f2-4c87-99c5-4ed927365ff0" providerId="AD" clId="Web-{99D7D9A0-01AF-441F-8389-E3CDC39356C8}" dt="2019-11-20T22:24:18.716" v="622"/>
          <ac:spMkLst>
            <pc:docMk/>
            <pc:sldMk cId="2208006246" sldId="257"/>
            <ac:spMk id="10" creationId="{801E4ADA-0EA9-4930-846E-3C11E8BED6DD}"/>
          </ac:spMkLst>
        </pc:spChg>
        <pc:spChg chg="add del">
          <ac:chgData name="Kellyn Wolden" userId="S::woldenk2@wwu.edu::36403dd5-22f2-4c87-99c5-4ed927365ff0" providerId="AD" clId="Web-{99D7D9A0-01AF-441F-8389-E3CDC39356C8}" dt="2019-11-20T22:24:18.716" v="622"/>
          <ac:spMkLst>
            <pc:docMk/>
            <pc:sldMk cId="2208006246" sldId="257"/>
            <ac:spMk id="12" creationId="{FB92FFCE-0C90-454E-AA25-D4EE9A6C39C5}"/>
          </ac:spMkLst>
        </pc:spChg>
        <pc:spChg chg="add del">
          <ac:chgData name="Kellyn Wolden" userId="S::woldenk2@wwu.edu::36403dd5-22f2-4c87-99c5-4ed927365ff0" providerId="AD" clId="Web-{99D7D9A0-01AF-441F-8389-E3CDC39356C8}" dt="2019-11-20T23:11:17.909" v="856"/>
          <ac:spMkLst>
            <pc:docMk/>
            <pc:sldMk cId="2208006246" sldId="257"/>
            <ac:spMk id="17" creationId="{CBB2B1F0-0DD6-4744-9A46-7A344FB48E40}"/>
          </ac:spMkLst>
        </pc:spChg>
        <pc:spChg chg="add del">
          <ac:chgData name="Kellyn Wolden" userId="S::woldenk2@wwu.edu::36403dd5-22f2-4c87-99c5-4ed927365ff0" providerId="AD" clId="Web-{99D7D9A0-01AF-441F-8389-E3CDC39356C8}" dt="2019-11-20T23:11:17.909" v="856"/>
          <ac:spMkLst>
            <pc:docMk/>
            <pc:sldMk cId="2208006246" sldId="257"/>
            <ac:spMk id="19" creationId="{52D502E5-F6B4-4D58-B4AE-FC466FF15EE8}"/>
          </ac:spMkLst>
        </pc:spChg>
        <pc:spChg chg="add del">
          <ac:chgData name="Kellyn Wolden" userId="S::woldenk2@wwu.edu::36403dd5-22f2-4c87-99c5-4ed927365ff0" providerId="AD" clId="Web-{99D7D9A0-01AF-441F-8389-E3CDC39356C8}" dt="2019-11-20T23:11:17.909" v="856"/>
          <ac:spMkLst>
            <pc:docMk/>
            <pc:sldMk cId="2208006246" sldId="257"/>
            <ac:spMk id="21" creationId="{9DECDBF4-02B6-4BB4-B65B-B8107AD6A9E8}"/>
          </ac:spMkLst>
        </pc:spChg>
        <pc:spChg chg="add">
          <ac:chgData name="Kellyn Wolden" userId="S::woldenk2@wwu.edu::36403dd5-22f2-4c87-99c5-4ed927365ff0" providerId="AD" clId="Web-{99D7D9A0-01AF-441F-8389-E3CDC39356C8}" dt="2019-11-20T23:11:17.909" v="856"/>
          <ac:spMkLst>
            <pc:docMk/>
            <pc:sldMk cId="2208006246" sldId="257"/>
            <ac:spMk id="28" creationId="{46C2E80F-49A6-4372-B103-219D417A55ED}"/>
          </ac:spMkLst>
        </pc:spChg>
        <pc:graphicFrameChg chg="add modGraphic">
          <ac:chgData name="Kellyn Wolden" userId="S::woldenk2@wwu.edu::36403dd5-22f2-4c87-99c5-4ed927365ff0" providerId="AD" clId="Web-{99D7D9A0-01AF-441F-8389-E3CDC39356C8}" dt="2019-11-20T23:11:50.393" v="880" actId="20577"/>
          <ac:graphicFrameMkLst>
            <pc:docMk/>
            <pc:sldMk cId="2208006246" sldId="257"/>
            <ac:graphicFrameMk id="23" creationId="{CCAFD516-254D-4934-B854-5EB741EB5081}"/>
          </ac:graphicFrameMkLst>
        </pc:graphicFrameChg>
      </pc:sldChg>
      <pc:sldChg chg="addSp delSp modSp new mod setBg modClrScheme chgLayout">
        <pc:chgData name="Kellyn Wolden" userId="S::woldenk2@wwu.edu::36403dd5-22f2-4c87-99c5-4ed927365ff0" providerId="AD" clId="Web-{99D7D9A0-01AF-441F-8389-E3CDC39356C8}" dt="2019-11-20T23:31:37.082" v="2744" actId="20577"/>
        <pc:sldMkLst>
          <pc:docMk/>
          <pc:sldMk cId="3251947736" sldId="258"/>
        </pc:sldMkLst>
        <pc:spChg chg="mod ord">
          <ac:chgData name="Kellyn Wolden" userId="S::woldenk2@wwu.edu::36403dd5-22f2-4c87-99c5-4ed927365ff0" providerId="AD" clId="Web-{99D7D9A0-01AF-441F-8389-E3CDC39356C8}" dt="2019-11-20T22:24:22.201" v="623"/>
          <ac:spMkLst>
            <pc:docMk/>
            <pc:sldMk cId="3251947736" sldId="258"/>
            <ac:spMk id="2" creationId="{A1E1DD1A-EECF-4A2E-A847-0D4288A89E43}"/>
          </ac:spMkLst>
        </pc:spChg>
        <pc:spChg chg="mod ord">
          <ac:chgData name="Kellyn Wolden" userId="S::woldenk2@wwu.edu::36403dd5-22f2-4c87-99c5-4ed927365ff0" providerId="AD" clId="Web-{99D7D9A0-01AF-441F-8389-E3CDC39356C8}" dt="2019-11-20T23:31:37.082" v="2744" actId="20577"/>
          <ac:spMkLst>
            <pc:docMk/>
            <pc:sldMk cId="3251947736" sldId="258"/>
            <ac:spMk id="3" creationId="{F1844866-015E-4608-AD95-EE38D8F59E4C}"/>
          </ac:spMkLst>
        </pc:spChg>
        <pc:spChg chg="add del">
          <ac:chgData name="Kellyn Wolden" userId="S::woldenk2@wwu.edu::36403dd5-22f2-4c87-99c5-4ed927365ff0" providerId="AD" clId="Web-{99D7D9A0-01AF-441F-8389-E3CDC39356C8}" dt="2019-11-20T22:24:08.560" v="621"/>
          <ac:spMkLst>
            <pc:docMk/>
            <pc:sldMk cId="3251947736" sldId="258"/>
            <ac:spMk id="8" creationId="{CBB2B1F0-0DD6-4744-9A46-7A344FB48E40}"/>
          </ac:spMkLst>
        </pc:spChg>
        <pc:spChg chg="add del">
          <ac:chgData name="Kellyn Wolden" userId="S::woldenk2@wwu.edu::36403dd5-22f2-4c87-99c5-4ed927365ff0" providerId="AD" clId="Web-{99D7D9A0-01AF-441F-8389-E3CDC39356C8}" dt="2019-11-20T22:24:08.560" v="621"/>
          <ac:spMkLst>
            <pc:docMk/>
            <pc:sldMk cId="3251947736" sldId="258"/>
            <ac:spMk id="10" creationId="{52D502E5-F6B4-4D58-B4AE-FC466FF15EE8}"/>
          </ac:spMkLst>
        </pc:spChg>
        <pc:spChg chg="add del">
          <ac:chgData name="Kellyn Wolden" userId="S::woldenk2@wwu.edu::36403dd5-22f2-4c87-99c5-4ed927365ff0" providerId="AD" clId="Web-{99D7D9A0-01AF-441F-8389-E3CDC39356C8}" dt="2019-11-20T22:24:08.560" v="621"/>
          <ac:spMkLst>
            <pc:docMk/>
            <pc:sldMk cId="3251947736" sldId="258"/>
            <ac:spMk id="12" creationId="{9DECDBF4-02B6-4BB4-B65B-B8107AD6A9E8}"/>
          </ac:spMkLst>
        </pc:spChg>
        <pc:spChg chg="add del">
          <ac:chgData name="Kellyn Wolden" userId="S::woldenk2@wwu.edu::36403dd5-22f2-4c87-99c5-4ed927365ff0" providerId="AD" clId="Web-{99D7D9A0-01AF-441F-8389-E3CDC39356C8}" dt="2019-11-20T22:24:22.201" v="623"/>
          <ac:spMkLst>
            <pc:docMk/>
            <pc:sldMk cId="3251947736" sldId="258"/>
            <ac:spMk id="14" creationId="{DFF41957-CB66-48E8-B537-EBB53B6785F9}"/>
          </ac:spMkLst>
        </pc:spChg>
        <pc:spChg chg="add del">
          <ac:chgData name="Kellyn Wolden" userId="S::woldenk2@wwu.edu::36403dd5-22f2-4c87-99c5-4ed927365ff0" providerId="AD" clId="Web-{99D7D9A0-01AF-441F-8389-E3CDC39356C8}" dt="2019-11-20T22:24:22.201" v="623"/>
          <ac:spMkLst>
            <pc:docMk/>
            <pc:sldMk cId="3251947736" sldId="258"/>
            <ac:spMk id="15" creationId="{801E4ADA-0EA9-4930-846E-3C11E8BED6DD}"/>
          </ac:spMkLst>
        </pc:spChg>
        <pc:spChg chg="add del">
          <ac:chgData name="Kellyn Wolden" userId="S::woldenk2@wwu.edu::36403dd5-22f2-4c87-99c5-4ed927365ff0" providerId="AD" clId="Web-{99D7D9A0-01AF-441F-8389-E3CDC39356C8}" dt="2019-11-20T22:24:22.201" v="623"/>
          <ac:spMkLst>
            <pc:docMk/>
            <pc:sldMk cId="3251947736" sldId="258"/>
            <ac:spMk id="16" creationId="{FB92FFCE-0C90-454E-AA25-D4EE9A6C39C5}"/>
          </ac:spMkLst>
        </pc:spChg>
        <pc:spChg chg="add del">
          <ac:chgData name="Kellyn Wolden" userId="S::woldenk2@wwu.edu::36403dd5-22f2-4c87-99c5-4ed927365ff0" providerId="AD" clId="Web-{99D7D9A0-01AF-441F-8389-E3CDC39356C8}" dt="2019-11-20T22:24:08.544" v="620"/>
          <ac:spMkLst>
            <pc:docMk/>
            <pc:sldMk cId="3251947736" sldId="258"/>
            <ac:spMk id="17" creationId="{DAF1966E-FD40-4A4A-B61B-C4DF7FA05F06}"/>
          </ac:spMkLst>
        </pc:spChg>
        <pc:spChg chg="add">
          <ac:chgData name="Kellyn Wolden" userId="S::woldenk2@wwu.edu::36403dd5-22f2-4c87-99c5-4ed927365ff0" providerId="AD" clId="Web-{99D7D9A0-01AF-441F-8389-E3CDC39356C8}" dt="2019-11-20T22:24:22.201" v="623"/>
          <ac:spMkLst>
            <pc:docMk/>
            <pc:sldMk cId="3251947736" sldId="258"/>
            <ac:spMk id="18" creationId="{CBB2B1F0-0DD6-4744-9A46-7A344FB48E40}"/>
          </ac:spMkLst>
        </pc:spChg>
        <pc:spChg chg="add del">
          <ac:chgData name="Kellyn Wolden" userId="S::woldenk2@wwu.edu::36403dd5-22f2-4c87-99c5-4ed927365ff0" providerId="AD" clId="Web-{99D7D9A0-01AF-441F-8389-E3CDC39356C8}" dt="2019-11-20T22:24:08.544" v="620"/>
          <ac:spMkLst>
            <pc:docMk/>
            <pc:sldMk cId="3251947736" sldId="258"/>
            <ac:spMk id="19" creationId="{047BFA19-D45E-416B-A404-7AF2F3F27017}"/>
          </ac:spMkLst>
        </pc:spChg>
        <pc:spChg chg="add">
          <ac:chgData name="Kellyn Wolden" userId="S::woldenk2@wwu.edu::36403dd5-22f2-4c87-99c5-4ed927365ff0" providerId="AD" clId="Web-{99D7D9A0-01AF-441F-8389-E3CDC39356C8}" dt="2019-11-20T22:24:22.201" v="623"/>
          <ac:spMkLst>
            <pc:docMk/>
            <pc:sldMk cId="3251947736" sldId="258"/>
            <ac:spMk id="20" creationId="{52D502E5-F6B4-4D58-B4AE-FC466FF15EE8}"/>
          </ac:spMkLst>
        </pc:spChg>
        <pc:spChg chg="add del">
          <ac:chgData name="Kellyn Wolden" userId="S::woldenk2@wwu.edu::36403dd5-22f2-4c87-99c5-4ed927365ff0" providerId="AD" clId="Web-{99D7D9A0-01AF-441F-8389-E3CDC39356C8}" dt="2019-11-20T22:24:08.544" v="620"/>
          <ac:spMkLst>
            <pc:docMk/>
            <pc:sldMk cId="3251947736" sldId="258"/>
            <ac:spMk id="21" creationId="{8E0105E7-23DB-4CF2-8258-FF47C7620F6E}"/>
          </ac:spMkLst>
        </pc:spChg>
        <pc:spChg chg="add del">
          <ac:chgData name="Kellyn Wolden" userId="S::woldenk2@wwu.edu::36403dd5-22f2-4c87-99c5-4ed927365ff0" providerId="AD" clId="Web-{99D7D9A0-01AF-441F-8389-E3CDC39356C8}" dt="2019-11-20T22:24:08.544" v="620"/>
          <ac:spMkLst>
            <pc:docMk/>
            <pc:sldMk cId="3251947736" sldId="258"/>
            <ac:spMk id="23" creationId="{074B4F7D-14B2-478B-8BF5-01E4E0C5D263}"/>
          </ac:spMkLst>
        </pc:spChg>
        <pc:spChg chg="add">
          <ac:chgData name="Kellyn Wolden" userId="S::woldenk2@wwu.edu::36403dd5-22f2-4c87-99c5-4ed927365ff0" providerId="AD" clId="Web-{99D7D9A0-01AF-441F-8389-E3CDC39356C8}" dt="2019-11-20T22:24:22.201" v="623"/>
          <ac:spMkLst>
            <pc:docMk/>
            <pc:sldMk cId="3251947736" sldId="258"/>
            <ac:spMk id="25" creationId="{9DECDBF4-02B6-4BB4-B65B-B8107AD6A9E8}"/>
          </ac:spMkLst>
        </pc:spChg>
      </pc:sldChg>
      <pc:sldChg chg="addSp delSp modSp new mod setBg modClrScheme delDesignElem chgLayout">
        <pc:chgData name="Kellyn Wolden" userId="S::woldenk2@wwu.edu::36403dd5-22f2-4c87-99c5-4ed927365ff0" providerId="AD" clId="Web-{99D7D9A0-01AF-441F-8389-E3CDC39356C8}" dt="2019-11-20T23:31:53.988" v="2758" actId="20577"/>
        <pc:sldMkLst>
          <pc:docMk/>
          <pc:sldMk cId="1970638106" sldId="259"/>
        </pc:sldMkLst>
        <pc:spChg chg="mod ord">
          <ac:chgData name="Kellyn Wolden" userId="S::woldenk2@wwu.edu::36403dd5-22f2-4c87-99c5-4ed927365ff0" providerId="AD" clId="Web-{99D7D9A0-01AF-441F-8389-E3CDC39356C8}" dt="2019-11-20T23:18:20.503" v="1069"/>
          <ac:spMkLst>
            <pc:docMk/>
            <pc:sldMk cId="1970638106" sldId="259"/>
            <ac:spMk id="2" creationId="{57BF5133-19F8-4B75-9420-BDE70EE846AB}"/>
          </ac:spMkLst>
        </pc:spChg>
        <pc:spChg chg="mod ord">
          <ac:chgData name="Kellyn Wolden" userId="S::woldenk2@wwu.edu::36403dd5-22f2-4c87-99c5-4ed927365ff0" providerId="AD" clId="Web-{99D7D9A0-01AF-441F-8389-E3CDC39356C8}" dt="2019-11-20T23:31:53.988" v="2758" actId="20577"/>
          <ac:spMkLst>
            <pc:docMk/>
            <pc:sldMk cId="1970638106" sldId="259"/>
            <ac:spMk id="3" creationId="{A56FD152-210B-40B8-9CD9-D38EF87EB35D}"/>
          </ac:spMkLst>
        </pc:spChg>
        <pc:spChg chg="add mod ord">
          <ac:chgData name="Kellyn Wolden" userId="S::woldenk2@wwu.edu::36403dd5-22f2-4c87-99c5-4ed927365ff0" providerId="AD" clId="Web-{99D7D9A0-01AF-441F-8389-E3CDC39356C8}" dt="2019-11-20T23:14:27.065" v="882"/>
          <ac:spMkLst>
            <pc:docMk/>
            <pc:sldMk cId="1970638106" sldId="259"/>
            <ac:spMk id="4" creationId="{80A77398-2F9A-485D-8D8D-BEB998C657FA}"/>
          </ac:spMkLst>
        </pc:spChg>
        <pc:spChg chg="add del">
          <ac:chgData name="Kellyn Wolden" userId="S::woldenk2@wwu.edu::36403dd5-22f2-4c87-99c5-4ed927365ff0" providerId="AD" clId="Web-{99D7D9A0-01AF-441F-8389-E3CDC39356C8}" dt="2019-11-20T22:21:31.652" v="339"/>
          <ac:spMkLst>
            <pc:docMk/>
            <pc:sldMk cId="1970638106" sldId="259"/>
            <ac:spMk id="8" creationId="{DAF1966E-FD40-4A4A-B61B-C4DF7FA05F06}"/>
          </ac:spMkLst>
        </pc:spChg>
        <pc:spChg chg="add del">
          <ac:chgData name="Kellyn Wolden" userId="S::woldenk2@wwu.edu::36403dd5-22f2-4c87-99c5-4ed927365ff0" providerId="AD" clId="Web-{99D7D9A0-01AF-441F-8389-E3CDC39356C8}" dt="2019-11-20T23:18:20.503" v="1069"/>
          <ac:spMkLst>
            <pc:docMk/>
            <pc:sldMk cId="1970638106" sldId="259"/>
            <ac:spMk id="9" creationId="{9F7D788E-2C1B-4EF4-8719-12613771FF98}"/>
          </ac:spMkLst>
        </pc:spChg>
        <pc:spChg chg="add del">
          <ac:chgData name="Kellyn Wolden" userId="S::woldenk2@wwu.edu::36403dd5-22f2-4c87-99c5-4ed927365ff0" providerId="AD" clId="Web-{99D7D9A0-01AF-441F-8389-E3CDC39356C8}" dt="2019-11-20T22:21:31.652" v="339"/>
          <ac:spMkLst>
            <pc:docMk/>
            <pc:sldMk cId="1970638106" sldId="259"/>
            <ac:spMk id="10" creationId="{047BFA19-D45E-416B-A404-7AF2F3F27017}"/>
          </ac:spMkLst>
        </pc:spChg>
        <pc:spChg chg="add del">
          <ac:chgData name="Kellyn Wolden" userId="S::woldenk2@wwu.edu::36403dd5-22f2-4c87-99c5-4ed927365ff0" providerId="AD" clId="Web-{99D7D9A0-01AF-441F-8389-E3CDC39356C8}" dt="2019-11-20T23:18:20.503" v="1069"/>
          <ac:spMkLst>
            <pc:docMk/>
            <pc:sldMk cId="1970638106" sldId="259"/>
            <ac:spMk id="11" creationId="{7C54E824-C0F4-480B-BC88-689F50C45FBD}"/>
          </ac:spMkLst>
        </pc:spChg>
        <pc:spChg chg="add del">
          <ac:chgData name="Kellyn Wolden" userId="S::woldenk2@wwu.edu::36403dd5-22f2-4c87-99c5-4ed927365ff0" providerId="AD" clId="Web-{99D7D9A0-01AF-441F-8389-E3CDC39356C8}" dt="2019-11-20T22:21:31.652" v="339"/>
          <ac:spMkLst>
            <pc:docMk/>
            <pc:sldMk cId="1970638106" sldId="259"/>
            <ac:spMk id="12" creationId="{8E0105E7-23DB-4CF2-8258-FF47C7620F6E}"/>
          </ac:spMkLst>
        </pc:spChg>
        <pc:spChg chg="add del">
          <ac:chgData name="Kellyn Wolden" userId="S::woldenk2@wwu.edu::36403dd5-22f2-4c87-99c5-4ed927365ff0" providerId="AD" clId="Web-{99D7D9A0-01AF-441F-8389-E3CDC39356C8}" dt="2019-11-20T23:18:20.503" v="1069"/>
          <ac:spMkLst>
            <pc:docMk/>
            <pc:sldMk cId="1970638106" sldId="259"/>
            <ac:spMk id="13" creationId="{58DEA6A1-FC5C-4E6E-BBBF-7E472949B394}"/>
          </ac:spMkLst>
        </pc:spChg>
        <pc:spChg chg="add del">
          <ac:chgData name="Kellyn Wolden" userId="S::woldenk2@wwu.edu::36403dd5-22f2-4c87-99c5-4ed927365ff0" providerId="AD" clId="Web-{99D7D9A0-01AF-441F-8389-E3CDC39356C8}" dt="2019-11-20T22:21:31.652" v="339"/>
          <ac:spMkLst>
            <pc:docMk/>
            <pc:sldMk cId="1970638106" sldId="259"/>
            <ac:spMk id="14" creationId="{074B4F7D-14B2-478B-8BF5-01E4E0C5D263}"/>
          </ac:spMkLst>
        </pc:spChg>
        <pc:spChg chg="add del">
          <ac:chgData name="Kellyn Wolden" userId="S::woldenk2@wwu.edu::36403dd5-22f2-4c87-99c5-4ed927365ff0" providerId="AD" clId="Web-{99D7D9A0-01AF-441F-8389-E3CDC39356C8}" dt="2019-11-20T23:18:20.503" v="1069"/>
          <ac:spMkLst>
            <pc:docMk/>
            <pc:sldMk cId="1970638106" sldId="259"/>
            <ac:spMk id="15" creationId="{96AAAC3B-1954-46B7-BBAC-27DFF5B5295F}"/>
          </ac:spMkLst>
        </pc:spChg>
        <pc:spChg chg="add del">
          <ac:chgData name="Kellyn Wolden" userId="S::woldenk2@wwu.edu::36403dd5-22f2-4c87-99c5-4ed927365ff0" providerId="AD" clId="Web-{99D7D9A0-01AF-441F-8389-E3CDC39356C8}" dt="2019-11-20T23:18:20.503" v="1069"/>
          <ac:spMkLst>
            <pc:docMk/>
            <pc:sldMk cId="1970638106" sldId="259"/>
            <ac:spMk id="17" creationId="{A5AD6500-BB62-4AAC-9D2F-C10DDC90CBB1}"/>
          </ac:spMkLst>
        </pc:spChg>
        <pc:spChg chg="add del">
          <ac:chgData name="Kellyn Wolden" userId="S::woldenk2@wwu.edu::36403dd5-22f2-4c87-99c5-4ed927365ff0" providerId="AD" clId="Web-{99D7D9A0-01AF-441F-8389-E3CDC39356C8}" dt="2019-11-20T23:09:21.502" v="681"/>
          <ac:spMkLst>
            <pc:docMk/>
            <pc:sldMk cId="1970638106" sldId="259"/>
            <ac:spMk id="19" creationId="{2029D5AD-8348-4446-B191-6A9B6FE03F21}"/>
          </ac:spMkLst>
        </pc:spChg>
        <pc:spChg chg="add del">
          <ac:chgData name="Kellyn Wolden" userId="S::woldenk2@wwu.edu::36403dd5-22f2-4c87-99c5-4ed927365ff0" providerId="AD" clId="Web-{99D7D9A0-01AF-441F-8389-E3CDC39356C8}" dt="2019-11-20T23:17:54.972" v="1062"/>
          <ac:spMkLst>
            <pc:docMk/>
            <pc:sldMk cId="1970638106" sldId="259"/>
            <ac:spMk id="20" creationId="{C607803A-4E99-444E-94F7-8785CDDF5849}"/>
          </ac:spMkLst>
        </pc:spChg>
        <pc:spChg chg="add del">
          <ac:chgData name="Kellyn Wolden" userId="S::woldenk2@wwu.edu::36403dd5-22f2-4c87-99c5-4ed927365ff0" providerId="AD" clId="Web-{99D7D9A0-01AF-441F-8389-E3CDC39356C8}" dt="2019-11-20T23:09:21.502" v="681"/>
          <ac:spMkLst>
            <pc:docMk/>
            <pc:sldMk cId="1970638106" sldId="259"/>
            <ac:spMk id="21" creationId="{A3F395A2-2B64-4749-BD93-2F159C7E1FB5}"/>
          </ac:spMkLst>
        </pc:spChg>
        <pc:spChg chg="add del">
          <ac:chgData name="Kellyn Wolden" userId="S::woldenk2@wwu.edu::36403dd5-22f2-4c87-99c5-4ed927365ff0" providerId="AD" clId="Web-{99D7D9A0-01AF-441F-8389-E3CDC39356C8}" dt="2019-11-20T23:16:20.222" v="948"/>
          <ac:spMkLst>
            <pc:docMk/>
            <pc:sldMk cId="1970638106" sldId="259"/>
            <ac:spMk id="22" creationId="{1045B59B-615E-4718-A150-42DE5D03E1C8}"/>
          </ac:spMkLst>
        </pc:spChg>
        <pc:spChg chg="add del">
          <ac:chgData name="Kellyn Wolden" userId="S::woldenk2@wwu.edu::36403dd5-22f2-4c87-99c5-4ed927365ff0" providerId="AD" clId="Web-{99D7D9A0-01AF-441F-8389-E3CDC39356C8}" dt="2019-11-20T23:09:21.502" v="681"/>
          <ac:spMkLst>
            <pc:docMk/>
            <pc:sldMk cId="1970638106" sldId="259"/>
            <ac:spMk id="23" creationId="{5CF0135B-EAB8-4CA0-896C-2D897ECD28BC}"/>
          </ac:spMkLst>
        </pc:spChg>
        <pc:spChg chg="add del">
          <ac:chgData name="Kellyn Wolden" userId="S::woldenk2@wwu.edu::36403dd5-22f2-4c87-99c5-4ed927365ff0" providerId="AD" clId="Web-{99D7D9A0-01AF-441F-8389-E3CDC39356C8}" dt="2019-11-20T23:16:20.222" v="948"/>
          <ac:spMkLst>
            <pc:docMk/>
            <pc:sldMk cId="1970638106" sldId="259"/>
            <ac:spMk id="24" creationId="{D6CF29CD-38B8-4924-BA11-6D60517487EF}"/>
          </ac:spMkLst>
        </pc:spChg>
        <pc:spChg chg="add del">
          <ac:chgData name="Kellyn Wolden" userId="S::woldenk2@wwu.edu::36403dd5-22f2-4c87-99c5-4ed927365ff0" providerId="AD" clId="Web-{99D7D9A0-01AF-441F-8389-E3CDC39356C8}" dt="2019-11-20T23:09:21.502" v="681"/>
          <ac:spMkLst>
            <pc:docMk/>
            <pc:sldMk cId="1970638106" sldId="259"/>
            <ac:spMk id="25" creationId="{92C3387C-D24F-4737-8A37-1DC5CFF09CFA}"/>
          </ac:spMkLst>
        </pc:spChg>
        <pc:spChg chg="add del">
          <ac:chgData name="Kellyn Wolden" userId="S::woldenk2@wwu.edu::36403dd5-22f2-4c87-99c5-4ed927365ff0" providerId="AD" clId="Web-{99D7D9A0-01AF-441F-8389-E3CDC39356C8}" dt="2019-11-20T23:17:54.972" v="1062"/>
          <ac:spMkLst>
            <pc:docMk/>
            <pc:sldMk cId="1970638106" sldId="259"/>
            <ac:spMk id="26" creationId="{2989BE6A-C309-418E-8ADD-1616A980570D}"/>
          </ac:spMkLst>
        </pc:spChg>
        <pc:spChg chg="add del">
          <ac:chgData name="Kellyn Wolden" userId="S::woldenk2@wwu.edu::36403dd5-22f2-4c87-99c5-4ed927365ff0" providerId="AD" clId="Web-{99D7D9A0-01AF-441F-8389-E3CDC39356C8}" dt="2019-11-20T23:17:56.722" v="1064"/>
          <ac:spMkLst>
            <pc:docMk/>
            <pc:sldMk cId="1970638106" sldId="259"/>
            <ac:spMk id="27" creationId="{42A5316D-ED2F-4F89-B4B4-8D9240B1A348}"/>
          </ac:spMkLst>
        </pc:spChg>
        <pc:spChg chg="add del">
          <ac:chgData name="Kellyn Wolden" userId="S::woldenk2@wwu.edu::36403dd5-22f2-4c87-99c5-4ed927365ff0" providerId="AD" clId="Web-{99D7D9A0-01AF-441F-8389-E3CDC39356C8}" dt="2019-11-20T23:17:58.315" v="1066"/>
          <ac:spMkLst>
            <pc:docMk/>
            <pc:sldMk cId="1970638106" sldId="259"/>
            <ac:spMk id="28" creationId="{C607803A-4E99-444E-94F7-8785CDDF5849}"/>
          </ac:spMkLst>
        </pc:spChg>
        <pc:spChg chg="add del">
          <ac:chgData name="Kellyn Wolden" userId="S::woldenk2@wwu.edu::36403dd5-22f2-4c87-99c5-4ed927365ff0" providerId="AD" clId="Web-{99D7D9A0-01AF-441F-8389-E3CDC39356C8}" dt="2019-11-20T23:17:58.315" v="1066"/>
          <ac:spMkLst>
            <pc:docMk/>
            <pc:sldMk cId="1970638106" sldId="259"/>
            <ac:spMk id="29" creationId="{2989BE6A-C309-418E-8ADD-1616A980570D}"/>
          </ac:spMkLst>
        </pc:spChg>
        <pc:spChg chg="add del">
          <ac:chgData name="Kellyn Wolden" userId="S::woldenk2@wwu.edu::36403dd5-22f2-4c87-99c5-4ed927365ff0" providerId="AD" clId="Web-{99D7D9A0-01AF-441F-8389-E3CDC39356C8}" dt="2019-11-20T23:18:20.487" v="1068"/>
          <ac:spMkLst>
            <pc:docMk/>
            <pc:sldMk cId="1970638106" sldId="259"/>
            <ac:spMk id="30" creationId="{42A5316D-ED2F-4F89-B4B4-8D9240B1A348}"/>
          </ac:spMkLst>
        </pc:spChg>
        <pc:spChg chg="add">
          <ac:chgData name="Kellyn Wolden" userId="S::woldenk2@wwu.edu::36403dd5-22f2-4c87-99c5-4ed927365ff0" providerId="AD" clId="Web-{99D7D9A0-01AF-441F-8389-E3CDC39356C8}" dt="2019-11-20T23:18:20.503" v="1069"/>
          <ac:spMkLst>
            <pc:docMk/>
            <pc:sldMk cId="1970638106" sldId="259"/>
            <ac:spMk id="31" creationId="{73DE2CFE-42F2-48F0-8706-5264E012B10C}"/>
          </ac:spMkLst>
        </pc:spChg>
        <pc:picChg chg="mod">
          <ac:chgData name="Kellyn Wolden" userId="S::woldenk2@wwu.edu::36403dd5-22f2-4c87-99c5-4ed927365ff0" providerId="AD" clId="Web-{99D7D9A0-01AF-441F-8389-E3CDC39356C8}" dt="2019-11-20T23:18:31.706" v="1071" actId="14100"/>
          <ac:picMkLst>
            <pc:docMk/>
            <pc:sldMk cId="1970638106" sldId="259"/>
            <ac:picMk id="5" creationId="{D305D071-7F77-4919-9583-722E8A0B6D32}"/>
          </ac:picMkLst>
        </pc:picChg>
      </pc:sldChg>
      <pc:sldChg chg="addSp delSp modSp new mod setBg modClrScheme delDesignElem chgLayout">
        <pc:chgData name="Kellyn Wolden" userId="S::woldenk2@wwu.edu::36403dd5-22f2-4c87-99c5-4ed927365ff0" providerId="AD" clId="Web-{99D7D9A0-01AF-441F-8389-E3CDC39356C8}" dt="2019-11-20T23:32:23.988" v="2866" actId="20577"/>
        <pc:sldMkLst>
          <pc:docMk/>
          <pc:sldMk cId="3371575388" sldId="260"/>
        </pc:sldMkLst>
        <pc:spChg chg="mod ord">
          <ac:chgData name="Kellyn Wolden" userId="S::woldenk2@wwu.edu::36403dd5-22f2-4c87-99c5-4ed927365ff0" providerId="AD" clId="Web-{99D7D9A0-01AF-441F-8389-E3CDC39356C8}" dt="2019-11-20T23:18:56.362" v="1076" actId="1076"/>
          <ac:spMkLst>
            <pc:docMk/>
            <pc:sldMk cId="3371575388" sldId="260"/>
            <ac:spMk id="2" creationId="{91885BDA-B5CC-41E5-93DE-BFB09BEDA4EA}"/>
          </ac:spMkLst>
        </pc:spChg>
        <pc:spChg chg="mod ord">
          <ac:chgData name="Kellyn Wolden" userId="S::woldenk2@wwu.edu::36403dd5-22f2-4c87-99c5-4ed927365ff0" providerId="AD" clId="Web-{99D7D9A0-01AF-441F-8389-E3CDC39356C8}" dt="2019-11-20T23:32:23.988" v="2866" actId="20577"/>
          <ac:spMkLst>
            <pc:docMk/>
            <pc:sldMk cId="3371575388" sldId="260"/>
            <ac:spMk id="3" creationId="{318492D8-E11C-42B7-803F-51AA11FBAB52}"/>
          </ac:spMkLst>
        </pc:spChg>
        <pc:spChg chg="add mod ord">
          <ac:chgData name="Kellyn Wolden" userId="S::woldenk2@wwu.edu::36403dd5-22f2-4c87-99c5-4ed927365ff0" providerId="AD" clId="Web-{99D7D9A0-01AF-441F-8389-E3CDC39356C8}" dt="2019-11-20T23:14:18.799" v="881"/>
          <ac:spMkLst>
            <pc:docMk/>
            <pc:sldMk cId="3371575388" sldId="260"/>
            <ac:spMk id="4" creationId="{990EDAC5-8C69-47FC-9987-AE7084DBCFBC}"/>
          </ac:spMkLst>
        </pc:spChg>
        <pc:spChg chg="add del">
          <ac:chgData name="Kellyn Wolden" userId="S::woldenk2@wwu.edu::36403dd5-22f2-4c87-99c5-4ed927365ff0" providerId="AD" clId="Web-{99D7D9A0-01AF-441F-8389-E3CDC39356C8}" dt="2019-11-20T23:09:34.033" v="687"/>
          <ac:spMkLst>
            <pc:docMk/>
            <pc:sldMk cId="3371575388" sldId="260"/>
            <ac:spMk id="8" creationId="{2029D5AD-8348-4446-B191-6A9B6FE03F21}"/>
          </ac:spMkLst>
        </pc:spChg>
        <pc:spChg chg="add">
          <ac:chgData name="Kellyn Wolden" userId="S::woldenk2@wwu.edu::36403dd5-22f2-4c87-99c5-4ed927365ff0" providerId="AD" clId="Web-{99D7D9A0-01AF-441F-8389-E3CDC39356C8}" dt="2019-11-20T23:14:18.799" v="881"/>
          <ac:spMkLst>
            <pc:docMk/>
            <pc:sldMk cId="3371575388" sldId="260"/>
            <ac:spMk id="9" creationId="{9F7D788E-2C1B-4EF4-8719-12613771FF98}"/>
          </ac:spMkLst>
        </pc:spChg>
        <pc:spChg chg="add del">
          <ac:chgData name="Kellyn Wolden" userId="S::woldenk2@wwu.edu::36403dd5-22f2-4c87-99c5-4ed927365ff0" providerId="AD" clId="Web-{99D7D9A0-01AF-441F-8389-E3CDC39356C8}" dt="2019-11-20T23:09:34.033" v="687"/>
          <ac:spMkLst>
            <pc:docMk/>
            <pc:sldMk cId="3371575388" sldId="260"/>
            <ac:spMk id="10" creationId="{A3F395A2-2B64-4749-BD93-2F159C7E1FB5}"/>
          </ac:spMkLst>
        </pc:spChg>
        <pc:spChg chg="add">
          <ac:chgData name="Kellyn Wolden" userId="S::woldenk2@wwu.edu::36403dd5-22f2-4c87-99c5-4ed927365ff0" providerId="AD" clId="Web-{99D7D9A0-01AF-441F-8389-E3CDC39356C8}" dt="2019-11-20T23:14:18.799" v="881"/>
          <ac:spMkLst>
            <pc:docMk/>
            <pc:sldMk cId="3371575388" sldId="260"/>
            <ac:spMk id="11" creationId="{7C54E824-C0F4-480B-BC88-689F50C45FBD}"/>
          </ac:spMkLst>
        </pc:spChg>
        <pc:spChg chg="add del">
          <ac:chgData name="Kellyn Wolden" userId="S::woldenk2@wwu.edu::36403dd5-22f2-4c87-99c5-4ed927365ff0" providerId="AD" clId="Web-{99D7D9A0-01AF-441F-8389-E3CDC39356C8}" dt="2019-11-20T23:09:34.033" v="687"/>
          <ac:spMkLst>
            <pc:docMk/>
            <pc:sldMk cId="3371575388" sldId="260"/>
            <ac:spMk id="12" creationId="{5CF0135B-EAB8-4CA0-896C-2D897ECD28BC}"/>
          </ac:spMkLst>
        </pc:spChg>
        <pc:spChg chg="add">
          <ac:chgData name="Kellyn Wolden" userId="S::woldenk2@wwu.edu::36403dd5-22f2-4c87-99c5-4ed927365ff0" providerId="AD" clId="Web-{99D7D9A0-01AF-441F-8389-E3CDC39356C8}" dt="2019-11-20T23:14:18.799" v="881"/>
          <ac:spMkLst>
            <pc:docMk/>
            <pc:sldMk cId="3371575388" sldId="260"/>
            <ac:spMk id="13" creationId="{58DEA6A1-FC5C-4E6E-BBBF-7E472949B394}"/>
          </ac:spMkLst>
        </pc:spChg>
        <pc:spChg chg="add del">
          <ac:chgData name="Kellyn Wolden" userId="S::woldenk2@wwu.edu::36403dd5-22f2-4c87-99c5-4ed927365ff0" providerId="AD" clId="Web-{99D7D9A0-01AF-441F-8389-E3CDC39356C8}" dt="2019-11-20T23:09:34.033" v="687"/>
          <ac:spMkLst>
            <pc:docMk/>
            <pc:sldMk cId="3371575388" sldId="260"/>
            <ac:spMk id="14" creationId="{92C3387C-D24F-4737-8A37-1DC5CFF09CFA}"/>
          </ac:spMkLst>
        </pc:spChg>
        <pc:spChg chg="add">
          <ac:chgData name="Kellyn Wolden" userId="S::woldenk2@wwu.edu::36403dd5-22f2-4c87-99c5-4ed927365ff0" providerId="AD" clId="Web-{99D7D9A0-01AF-441F-8389-E3CDC39356C8}" dt="2019-11-20T23:14:18.799" v="881"/>
          <ac:spMkLst>
            <pc:docMk/>
            <pc:sldMk cId="3371575388" sldId="260"/>
            <ac:spMk id="15" creationId="{96AAAC3B-1954-46B7-BBAC-27DFF5B5295F}"/>
          </ac:spMkLst>
        </pc:spChg>
        <pc:spChg chg="add">
          <ac:chgData name="Kellyn Wolden" userId="S::woldenk2@wwu.edu::36403dd5-22f2-4c87-99c5-4ed927365ff0" providerId="AD" clId="Web-{99D7D9A0-01AF-441F-8389-E3CDC39356C8}" dt="2019-11-20T23:14:18.799" v="881"/>
          <ac:spMkLst>
            <pc:docMk/>
            <pc:sldMk cId="3371575388" sldId="260"/>
            <ac:spMk id="17" creationId="{A5AD6500-BB62-4AAC-9D2F-C10DDC90CBB1}"/>
          </ac:spMkLst>
        </pc:spChg>
        <pc:picChg chg="mod">
          <ac:chgData name="Kellyn Wolden" userId="S::woldenk2@wwu.edu::36403dd5-22f2-4c87-99c5-4ed927365ff0" providerId="AD" clId="Web-{99D7D9A0-01AF-441F-8389-E3CDC39356C8}" dt="2019-11-20T23:18:48.690" v="1074" actId="1076"/>
          <ac:picMkLst>
            <pc:docMk/>
            <pc:sldMk cId="3371575388" sldId="260"/>
            <ac:picMk id="5" creationId="{16099FDF-E4B3-46F9-B69A-916438ED54B2}"/>
          </ac:picMkLst>
        </pc:picChg>
      </pc:sldChg>
      <pc:sldChg chg="addSp modSp new mod setBg modClrScheme chgLayout">
        <pc:chgData name="Kellyn Wolden" userId="S::woldenk2@wwu.edu::36403dd5-22f2-4c87-99c5-4ed927365ff0" providerId="AD" clId="Web-{99D7D9A0-01AF-441F-8389-E3CDC39356C8}" dt="2019-11-20T23:30:09.051" v="2519" actId="20577"/>
        <pc:sldMkLst>
          <pc:docMk/>
          <pc:sldMk cId="4175488751" sldId="261"/>
        </pc:sldMkLst>
        <pc:spChg chg="mod ord">
          <ac:chgData name="Kellyn Wolden" userId="S::woldenk2@wwu.edu::36403dd5-22f2-4c87-99c5-4ed927365ff0" providerId="AD" clId="Web-{99D7D9A0-01AF-441F-8389-E3CDC39356C8}" dt="2019-11-20T22:20:27.480" v="334"/>
          <ac:spMkLst>
            <pc:docMk/>
            <pc:sldMk cId="4175488751" sldId="261"/>
            <ac:spMk id="2" creationId="{C43BA309-6F30-49EF-86FA-CB71351E8B3E}"/>
          </ac:spMkLst>
        </pc:spChg>
        <pc:spChg chg="mod ord">
          <ac:chgData name="Kellyn Wolden" userId="S::woldenk2@wwu.edu::36403dd5-22f2-4c87-99c5-4ed927365ff0" providerId="AD" clId="Web-{99D7D9A0-01AF-441F-8389-E3CDC39356C8}" dt="2019-11-20T23:30:09.051" v="2519" actId="20577"/>
          <ac:spMkLst>
            <pc:docMk/>
            <pc:sldMk cId="4175488751" sldId="261"/>
            <ac:spMk id="3" creationId="{DBA73858-B9D4-490B-83E8-F06B28254A9D}"/>
          </ac:spMkLst>
        </pc:spChg>
        <pc:spChg chg="add">
          <ac:chgData name="Kellyn Wolden" userId="S::woldenk2@wwu.edu::36403dd5-22f2-4c87-99c5-4ed927365ff0" providerId="AD" clId="Web-{99D7D9A0-01AF-441F-8389-E3CDC39356C8}" dt="2019-11-20T22:20:27.480" v="334"/>
          <ac:spMkLst>
            <pc:docMk/>
            <pc:sldMk cId="4175488751" sldId="261"/>
            <ac:spMk id="8" creationId="{E777E57D-6A88-4B5B-A068-2BA7FF4E8CCA}"/>
          </ac:spMkLst>
        </pc:spChg>
        <pc:spChg chg="add">
          <ac:chgData name="Kellyn Wolden" userId="S::woldenk2@wwu.edu::36403dd5-22f2-4c87-99c5-4ed927365ff0" providerId="AD" clId="Web-{99D7D9A0-01AF-441F-8389-E3CDC39356C8}" dt="2019-11-20T22:20:27.480" v="334"/>
          <ac:spMkLst>
            <pc:docMk/>
            <pc:sldMk cId="4175488751" sldId="261"/>
            <ac:spMk id="10" creationId="{F7117410-A2A4-4085-9ADC-46744551DBDE}"/>
          </ac:spMkLst>
        </pc:spChg>
        <pc:spChg chg="add">
          <ac:chgData name="Kellyn Wolden" userId="S::woldenk2@wwu.edu::36403dd5-22f2-4c87-99c5-4ed927365ff0" providerId="AD" clId="Web-{99D7D9A0-01AF-441F-8389-E3CDC39356C8}" dt="2019-11-20T22:20:27.480" v="334"/>
          <ac:spMkLst>
            <pc:docMk/>
            <pc:sldMk cId="4175488751" sldId="261"/>
            <ac:spMk id="12" creationId="{99F74EB5-E547-4FB4-95F5-BCC788F3C4A0}"/>
          </ac:spMkLst>
        </pc:spChg>
      </pc:sldChg>
      <pc:sldMasterChg chg="del delSldLayout">
        <pc:chgData name="Kellyn Wolden" userId="S::woldenk2@wwu.edu::36403dd5-22f2-4c87-99c5-4ed927365ff0" providerId="AD" clId="Web-{99D7D9A0-01AF-441F-8389-E3CDC39356C8}" dt="2019-11-20T22:19:45.167" v="326"/>
        <pc:sldMasterMkLst>
          <pc:docMk/>
          <pc:sldMasterMk cId="2460954070" sldId="2147483660"/>
        </pc:sldMasterMkLst>
        <pc:sldLayoutChg chg="del">
          <pc:chgData name="Kellyn Wolden" userId="S::woldenk2@wwu.edu::36403dd5-22f2-4c87-99c5-4ed927365ff0" providerId="AD" clId="Web-{99D7D9A0-01AF-441F-8389-E3CDC39356C8}" dt="2019-11-20T22:19:45.167" v="326"/>
          <pc:sldLayoutMkLst>
            <pc:docMk/>
            <pc:sldMasterMk cId="2460954070" sldId="2147483660"/>
            <pc:sldLayoutMk cId="2385387890" sldId="2147483661"/>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949138452" sldId="2147483662"/>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2591524520" sldId="2147483663"/>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1203092039" sldId="2147483664"/>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3733172339" sldId="2147483665"/>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3210312558" sldId="2147483666"/>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3146388984" sldId="2147483667"/>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3171841454" sldId="2147483668"/>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1718958274" sldId="2147483669"/>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2202905451" sldId="2147483670"/>
          </pc:sldLayoutMkLst>
        </pc:sldLayoutChg>
        <pc:sldLayoutChg chg="del">
          <pc:chgData name="Kellyn Wolden" userId="S::woldenk2@wwu.edu::36403dd5-22f2-4c87-99c5-4ed927365ff0" providerId="AD" clId="Web-{99D7D9A0-01AF-441F-8389-E3CDC39356C8}" dt="2019-11-20T22:19:45.167" v="326"/>
          <pc:sldLayoutMkLst>
            <pc:docMk/>
            <pc:sldMasterMk cId="2460954070" sldId="2147483660"/>
            <pc:sldLayoutMk cId="3479445657" sldId="2147483671"/>
          </pc:sldLayoutMkLst>
        </pc:sldLayoutChg>
      </pc:sldMasterChg>
      <pc:sldMasterChg chg="add del addSldLayout delSldLayout modSldLayout">
        <pc:chgData name="Kellyn Wolden" userId="S::woldenk2@wwu.edu::36403dd5-22f2-4c87-99c5-4ed927365ff0" providerId="AD" clId="Web-{99D7D9A0-01AF-441F-8389-E3CDC39356C8}" dt="2019-11-20T22:19:47.214" v="327"/>
        <pc:sldMasterMkLst>
          <pc:docMk/>
          <pc:sldMasterMk cId="3808755806" sldId="2147483672"/>
        </pc:sldMasterMkLst>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1513366304" sldId="2147483673"/>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2684662604" sldId="2147483674"/>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157961337" sldId="2147483675"/>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2081650754" sldId="2147483676"/>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3533015840" sldId="2147483677"/>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3455453951" sldId="2147483678"/>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1182288937" sldId="2147483679"/>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3136773237" sldId="2147483680"/>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2323157118" sldId="2147483681"/>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1737363184" sldId="2147483682"/>
          </pc:sldLayoutMkLst>
        </pc:sldLayoutChg>
        <pc:sldLayoutChg chg="add del mod replId">
          <pc:chgData name="Kellyn Wolden" userId="S::woldenk2@wwu.edu::36403dd5-22f2-4c87-99c5-4ed927365ff0" providerId="AD" clId="Web-{99D7D9A0-01AF-441F-8389-E3CDC39356C8}" dt="2019-11-20T22:19:47.214" v="327"/>
          <pc:sldLayoutMkLst>
            <pc:docMk/>
            <pc:sldMasterMk cId="3808755806" sldId="2147483672"/>
            <pc:sldLayoutMk cId="4041474421" sldId="2147483683"/>
          </pc:sldLayoutMkLst>
        </pc:sldLayoutChg>
      </pc:sldMasterChg>
      <pc:sldMasterChg chg="add addSldLayout modSldLayout">
        <pc:chgData name="Kellyn Wolden" userId="S::woldenk2@wwu.edu::36403dd5-22f2-4c87-99c5-4ed927365ff0" providerId="AD" clId="Web-{99D7D9A0-01AF-441F-8389-E3CDC39356C8}" dt="2019-11-20T22:19:47.214" v="327"/>
        <pc:sldMasterMkLst>
          <pc:docMk/>
          <pc:sldMasterMk cId="1029020749" sldId="2147483684"/>
        </pc:sldMasterMkLst>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571531468" sldId="2147483685"/>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2315604073" sldId="2147483686"/>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2369640420" sldId="2147483687"/>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927776222" sldId="2147483688"/>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3774039510" sldId="2147483689"/>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1896245437" sldId="2147483690"/>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1592613385" sldId="2147483691"/>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3357631143" sldId="2147483692"/>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3911547051" sldId="2147483693"/>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3400486636" sldId="2147483694"/>
          </pc:sldLayoutMkLst>
        </pc:sldLayoutChg>
        <pc:sldLayoutChg chg="add mod replId">
          <pc:chgData name="Kellyn Wolden" userId="S::woldenk2@wwu.edu::36403dd5-22f2-4c87-99c5-4ed927365ff0" providerId="AD" clId="Web-{99D7D9A0-01AF-441F-8389-E3CDC39356C8}" dt="2019-11-20T22:19:47.214" v="327"/>
          <pc:sldLayoutMkLst>
            <pc:docMk/>
            <pc:sldMasterMk cId="1029020749" sldId="2147483684"/>
            <pc:sldLayoutMk cId="4088708103" sldId="2147483695"/>
          </pc:sldLayoutMkLst>
        </pc:sldLayoutChg>
      </pc:sldMasterChg>
    </pc:docChg>
  </pc:docChgLst>
  <pc:docChgLst>
    <pc:chgData name="Zachariah Cooper" userId="S::cooperz@wwu.edu::f89a2cc3-a4a4-4cdc-a8da-2d0c328a0a0f" providerId="AD" clId="Web-{310212A9-84CB-55F4-FEFD-96E00962C272}"/>
    <pc:docChg chg="modSld">
      <pc:chgData name="Zachariah Cooper" userId="S::cooperz@wwu.edu::f89a2cc3-a4a4-4cdc-a8da-2d0c328a0a0f" providerId="AD" clId="Web-{310212A9-84CB-55F4-FEFD-96E00962C272}" dt="2019-11-20T23:15:38.810" v="8"/>
      <pc:docMkLst>
        <pc:docMk/>
      </pc:docMkLst>
      <pc:sldChg chg="addSp delSp modSp">
        <pc:chgData name="Zachariah Cooper" userId="S::cooperz@wwu.edu::f89a2cc3-a4a4-4cdc-a8da-2d0c328a0a0f" providerId="AD" clId="Web-{310212A9-84CB-55F4-FEFD-96E00962C272}" dt="2019-11-20T23:15:11.747" v="4" actId="14100"/>
        <pc:sldMkLst>
          <pc:docMk/>
          <pc:sldMk cId="1970638106" sldId="259"/>
        </pc:sldMkLst>
        <pc:spChg chg="del">
          <ac:chgData name="Zachariah Cooper" userId="S::cooperz@wwu.edu::f89a2cc3-a4a4-4cdc-a8da-2d0c328a0a0f" providerId="AD" clId="Web-{310212A9-84CB-55F4-FEFD-96E00962C272}" dt="2019-11-20T23:15:10.732" v="0"/>
          <ac:spMkLst>
            <pc:docMk/>
            <pc:sldMk cId="1970638106" sldId="259"/>
            <ac:spMk id="4" creationId="{80A77398-2F9A-485D-8D8D-BEB998C657FA}"/>
          </ac:spMkLst>
        </pc:spChg>
        <pc:picChg chg="add mod ord">
          <ac:chgData name="Zachariah Cooper" userId="S::cooperz@wwu.edu::f89a2cc3-a4a4-4cdc-a8da-2d0c328a0a0f" providerId="AD" clId="Web-{310212A9-84CB-55F4-FEFD-96E00962C272}" dt="2019-11-20T23:15:11.747" v="4" actId="14100"/>
          <ac:picMkLst>
            <pc:docMk/>
            <pc:sldMk cId="1970638106" sldId="259"/>
            <ac:picMk id="5" creationId="{D305D071-7F77-4919-9583-722E8A0B6D32}"/>
          </ac:picMkLst>
        </pc:picChg>
      </pc:sldChg>
      <pc:sldChg chg="addSp delSp modSp">
        <pc:chgData name="Zachariah Cooper" userId="S::cooperz@wwu.edu::f89a2cc3-a4a4-4cdc-a8da-2d0c328a0a0f" providerId="AD" clId="Web-{310212A9-84CB-55F4-FEFD-96E00962C272}" dt="2019-11-20T23:15:38.810" v="8"/>
        <pc:sldMkLst>
          <pc:docMk/>
          <pc:sldMk cId="3371575388" sldId="260"/>
        </pc:sldMkLst>
        <pc:spChg chg="mod">
          <ac:chgData name="Zachariah Cooper" userId="S::cooperz@wwu.edu::f89a2cc3-a4a4-4cdc-a8da-2d0c328a0a0f" providerId="AD" clId="Web-{310212A9-84CB-55F4-FEFD-96E00962C272}" dt="2019-11-20T23:15:38.810" v="8"/>
          <ac:spMkLst>
            <pc:docMk/>
            <pc:sldMk cId="3371575388" sldId="260"/>
            <ac:spMk id="2" creationId="{91885BDA-B5CC-41E5-93DE-BFB09BEDA4EA}"/>
          </ac:spMkLst>
        </pc:spChg>
        <pc:spChg chg="mod ord">
          <ac:chgData name="Zachariah Cooper" userId="S::cooperz@wwu.edu::f89a2cc3-a4a4-4cdc-a8da-2d0c328a0a0f" providerId="AD" clId="Web-{310212A9-84CB-55F4-FEFD-96E00962C272}" dt="2019-11-20T23:15:38.810" v="8"/>
          <ac:spMkLst>
            <pc:docMk/>
            <pc:sldMk cId="3371575388" sldId="260"/>
            <ac:spMk id="3" creationId="{318492D8-E11C-42B7-803F-51AA11FBAB52}"/>
          </ac:spMkLst>
        </pc:spChg>
        <pc:spChg chg="del">
          <ac:chgData name="Zachariah Cooper" userId="S::cooperz@wwu.edu::f89a2cc3-a4a4-4cdc-a8da-2d0c328a0a0f" providerId="AD" clId="Web-{310212A9-84CB-55F4-FEFD-96E00962C272}" dt="2019-11-20T23:15:16.950" v="5"/>
          <ac:spMkLst>
            <pc:docMk/>
            <pc:sldMk cId="3371575388" sldId="260"/>
            <ac:spMk id="4" creationId="{990EDAC5-8C69-47FC-9987-AE7084DBCFBC}"/>
          </ac:spMkLst>
        </pc:spChg>
        <pc:spChg chg="add del">
          <ac:chgData name="Zachariah Cooper" userId="S::cooperz@wwu.edu::f89a2cc3-a4a4-4cdc-a8da-2d0c328a0a0f" providerId="AD" clId="Web-{310212A9-84CB-55F4-FEFD-96E00962C272}" dt="2019-11-20T23:15:38.810" v="8"/>
          <ac:spMkLst>
            <pc:docMk/>
            <pc:sldMk cId="3371575388" sldId="260"/>
            <ac:spMk id="9" creationId="{9F7D788E-2C1B-4EF4-8719-12613771FF98}"/>
          </ac:spMkLst>
        </pc:spChg>
        <pc:spChg chg="add del">
          <ac:chgData name="Zachariah Cooper" userId="S::cooperz@wwu.edu::f89a2cc3-a4a4-4cdc-a8da-2d0c328a0a0f" providerId="AD" clId="Web-{310212A9-84CB-55F4-FEFD-96E00962C272}" dt="2019-11-20T23:15:38.810" v="8"/>
          <ac:spMkLst>
            <pc:docMk/>
            <pc:sldMk cId="3371575388" sldId="260"/>
            <ac:spMk id="11" creationId="{7C54E824-C0F4-480B-BC88-689F50C45FBD}"/>
          </ac:spMkLst>
        </pc:spChg>
        <pc:spChg chg="add del">
          <ac:chgData name="Zachariah Cooper" userId="S::cooperz@wwu.edu::f89a2cc3-a4a4-4cdc-a8da-2d0c328a0a0f" providerId="AD" clId="Web-{310212A9-84CB-55F4-FEFD-96E00962C272}" dt="2019-11-20T23:15:38.810" v="8"/>
          <ac:spMkLst>
            <pc:docMk/>
            <pc:sldMk cId="3371575388" sldId="260"/>
            <ac:spMk id="13" creationId="{58DEA6A1-FC5C-4E6E-BBBF-7E472949B394}"/>
          </ac:spMkLst>
        </pc:spChg>
        <pc:spChg chg="add del">
          <ac:chgData name="Zachariah Cooper" userId="S::cooperz@wwu.edu::f89a2cc3-a4a4-4cdc-a8da-2d0c328a0a0f" providerId="AD" clId="Web-{310212A9-84CB-55F4-FEFD-96E00962C272}" dt="2019-11-20T23:15:38.810" v="8"/>
          <ac:spMkLst>
            <pc:docMk/>
            <pc:sldMk cId="3371575388" sldId="260"/>
            <ac:spMk id="15" creationId="{96AAAC3B-1954-46B7-BBAC-27DFF5B5295F}"/>
          </ac:spMkLst>
        </pc:spChg>
        <pc:spChg chg="add del">
          <ac:chgData name="Zachariah Cooper" userId="S::cooperz@wwu.edu::f89a2cc3-a4a4-4cdc-a8da-2d0c328a0a0f" providerId="AD" clId="Web-{310212A9-84CB-55F4-FEFD-96E00962C272}" dt="2019-11-20T23:15:38.810" v="8"/>
          <ac:spMkLst>
            <pc:docMk/>
            <pc:sldMk cId="3371575388" sldId="260"/>
            <ac:spMk id="17" creationId="{A5AD6500-BB62-4AAC-9D2F-C10DDC90CBB1}"/>
          </ac:spMkLst>
        </pc:spChg>
        <pc:spChg chg="add">
          <ac:chgData name="Zachariah Cooper" userId="S::cooperz@wwu.edu::f89a2cc3-a4a4-4cdc-a8da-2d0c328a0a0f" providerId="AD" clId="Web-{310212A9-84CB-55F4-FEFD-96E00962C272}" dt="2019-11-20T23:15:38.810" v="8"/>
          <ac:spMkLst>
            <pc:docMk/>
            <pc:sldMk cId="3371575388" sldId="260"/>
            <ac:spMk id="19" creationId="{A3BAF07C-C39E-42EB-BB22-8D46691D9735}"/>
          </ac:spMkLst>
        </pc:spChg>
        <pc:spChg chg="add del">
          <ac:chgData name="Zachariah Cooper" userId="S::cooperz@wwu.edu::f89a2cc3-a4a4-4cdc-a8da-2d0c328a0a0f" providerId="AD" clId="Web-{310212A9-84CB-55F4-FEFD-96E00962C272}" dt="2019-11-20T23:15:38.778" v="7"/>
          <ac:spMkLst>
            <pc:docMk/>
            <pc:sldMk cId="3371575388" sldId="260"/>
            <ac:spMk id="24" creationId="{569C1A01-6FB5-43CE-ADCC-936728ACAC0D}"/>
          </ac:spMkLst>
        </pc:spChg>
        <pc:grpChg chg="add">
          <ac:chgData name="Zachariah Cooper" userId="S::cooperz@wwu.edu::f89a2cc3-a4a4-4cdc-a8da-2d0c328a0a0f" providerId="AD" clId="Web-{310212A9-84CB-55F4-FEFD-96E00962C272}" dt="2019-11-20T23:15:38.810" v="8"/>
          <ac:grpSpMkLst>
            <pc:docMk/>
            <pc:sldMk cId="3371575388" sldId="260"/>
            <ac:grpSpMk id="20" creationId="{D8E9CF54-0466-4261-9E62-0249E60E1886}"/>
          </ac:grpSpMkLst>
        </pc:grpChg>
        <pc:picChg chg="add mod ord">
          <ac:chgData name="Zachariah Cooper" userId="S::cooperz@wwu.edu::f89a2cc3-a4a4-4cdc-a8da-2d0c328a0a0f" providerId="AD" clId="Web-{310212A9-84CB-55F4-FEFD-96E00962C272}" dt="2019-11-20T23:15:38.810" v="8"/>
          <ac:picMkLst>
            <pc:docMk/>
            <pc:sldMk cId="3371575388" sldId="260"/>
            <ac:picMk id="5" creationId="{16099FDF-E4B3-46F9-B69A-916438ED54B2}"/>
          </ac:picMkLst>
        </pc:picChg>
        <pc:picChg chg="add del">
          <ac:chgData name="Zachariah Cooper" userId="S::cooperz@wwu.edu::f89a2cc3-a4a4-4cdc-a8da-2d0c328a0a0f" providerId="AD" clId="Web-{310212A9-84CB-55F4-FEFD-96E00962C272}" dt="2019-11-20T23:15:38.778" v="7"/>
          <ac:picMkLst>
            <pc:docMk/>
            <pc:sldMk cId="3371575388" sldId="260"/>
            <ac:picMk id="22" creationId="{EE09A529-E47C-4634-BB98-0A9526C372B4}"/>
          </ac:picMkLst>
        </pc:pic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DCAB7F-F45E-48FD-96CE-A42D04E5B6BC}"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C46D924-4BD5-4BB8-86EE-0276402C091A}">
      <dgm:prSet/>
      <dgm:spPr/>
      <dgm:t>
        <a:bodyPr/>
        <a:lstStyle/>
        <a:p>
          <a:pPr rtl="0">
            <a:defRPr cap="all"/>
          </a:pPr>
          <a:r>
            <a:rPr lang="en-US"/>
            <a:t>Google Play Store </a:t>
          </a:r>
          <a:r>
            <a:rPr lang="en-US">
              <a:latin typeface="Calibri Light" panose="020F0302020204030204"/>
            </a:rPr>
            <a:t>data</a:t>
          </a:r>
          <a:endParaRPr lang="en-US"/>
        </a:p>
      </dgm:t>
    </dgm:pt>
    <dgm:pt modelId="{D4840EBC-5B57-483C-A00C-D5648CD7707D}" type="parTrans" cxnId="{77E86EA7-AD5E-49AF-BEE8-4E974272B80C}">
      <dgm:prSet/>
      <dgm:spPr/>
      <dgm:t>
        <a:bodyPr/>
        <a:lstStyle/>
        <a:p>
          <a:endParaRPr lang="en-US"/>
        </a:p>
      </dgm:t>
    </dgm:pt>
    <dgm:pt modelId="{BD66084C-0323-4D28-ACCD-4B8BD9B9D74E}" type="sibTrans" cxnId="{77E86EA7-AD5E-49AF-BEE8-4E974272B80C}">
      <dgm:prSet/>
      <dgm:spPr/>
      <dgm:t>
        <a:bodyPr/>
        <a:lstStyle/>
        <a:p>
          <a:endParaRPr lang="en-US"/>
        </a:p>
      </dgm:t>
    </dgm:pt>
    <dgm:pt modelId="{6F04AC12-729C-4DD3-9DC3-62701C5B68B9}">
      <dgm:prSet/>
      <dgm:spPr/>
      <dgm:t>
        <a:bodyPr/>
        <a:lstStyle/>
        <a:p>
          <a:pPr>
            <a:defRPr cap="all"/>
          </a:pPr>
          <a:r>
            <a:rPr lang="en-US"/>
            <a:t>Number of installs for hundred thousand apps</a:t>
          </a:r>
        </a:p>
      </dgm:t>
    </dgm:pt>
    <dgm:pt modelId="{487000B7-5ECE-46A4-8543-649F2B978800}" type="parTrans" cxnId="{CC162EA1-DD48-4DB2-B100-BFCB81FFEBCD}">
      <dgm:prSet/>
      <dgm:spPr/>
      <dgm:t>
        <a:bodyPr/>
        <a:lstStyle/>
        <a:p>
          <a:endParaRPr lang="en-US"/>
        </a:p>
      </dgm:t>
    </dgm:pt>
    <dgm:pt modelId="{BC47EDFB-3322-48FF-8E70-7D8EBC6FD492}" type="sibTrans" cxnId="{CC162EA1-DD48-4DB2-B100-BFCB81FFEBCD}">
      <dgm:prSet/>
      <dgm:spPr/>
      <dgm:t>
        <a:bodyPr/>
        <a:lstStyle/>
        <a:p>
          <a:endParaRPr lang="en-US"/>
        </a:p>
      </dgm:t>
    </dgm:pt>
    <dgm:pt modelId="{3D172AD7-C42A-47B3-8257-762CDBAAE46B}">
      <dgm:prSet/>
      <dgm:spPr/>
      <dgm:t>
        <a:bodyPr/>
        <a:lstStyle/>
        <a:p>
          <a:pPr>
            <a:defRPr cap="all"/>
          </a:pPr>
          <a:r>
            <a:rPr lang="en-US"/>
            <a:t>Broken down by category, genre, name, date published, etc.</a:t>
          </a:r>
        </a:p>
      </dgm:t>
    </dgm:pt>
    <dgm:pt modelId="{240C60A8-E064-438C-950B-B32C4D15F3F8}" type="parTrans" cxnId="{5A1BDCEC-5EA4-4AE7-AA05-67D8BA69DCD9}">
      <dgm:prSet/>
      <dgm:spPr/>
      <dgm:t>
        <a:bodyPr/>
        <a:lstStyle/>
        <a:p>
          <a:endParaRPr lang="en-US"/>
        </a:p>
      </dgm:t>
    </dgm:pt>
    <dgm:pt modelId="{4AD2F848-1ABB-4B84-AB40-466BE04023EE}" type="sibTrans" cxnId="{5A1BDCEC-5EA4-4AE7-AA05-67D8BA69DCD9}">
      <dgm:prSet/>
      <dgm:spPr/>
      <dgm:t>
        <a:bodyPr/>
        <a:lstStyle/>
        <a:p>
          <a:endParaRPr lang="en-US"/>
        </a:p>
      </dgm:t>
    </dgm:pt>
    <dgm:pt modelId="{E8E2A1BE-D201-4F22-B266-10B49C3385DD}">
      <dgm:prSet/>
      <dgm:spPr/>
      <dgm:t>
        <a:bodyPr/>
        <a:lstStyle/>
        <a:p>
          <a:pPr rtl="0">
            <a:defRPr cap="all"/>
          </a:pPr>
          <a:r>
            <a:rPr lang="en-US"/>
            <a:t>Interesting </a:t>
          </a:r>
          <a:r>
            <a:rPr lang="en-US">
              <a:latin typeface="Calibri Light" panose="020F0302020204030204"/>
            </a:rPr>
            <a:t>patterns including</a:t>
          </a:r>
          <a:r>
            <a:rPr lang="en-US"/>
            <a:t> most ratings above 4</a:t>
          </a:r>
        </a:p>
      </dgm:t>
    </dgm:pt>
    <dgm:pt modelId="{3AE32F2C-ACE3-445F-8B05-18D70572C037}" type="parTrans" cxnId="{14B66C6A-C950-4D91-AFE6-9DDBBC7ECABA}">
      <dgm:prSet/>
      <dgm:spPr/>
      <dgm:t>
        <a:bodyPr/>
        <a:lstStyle/>
        <a:p>
          <a:endParaRPr lang="en-US"/>
        </a:p>
      </dgm:t>
    </dgm:pt>
    <dgm:pt modelId="{61D6E9BF-20FA-4098-A316-789C1D14E047}" type="sibTrans" cxnId="{14B66C6A-C950-4D91-AFE6-9DDBBC7ECABA}">
      <dgm:prSet/>
      <dgm:spPr/>
      <dgm:t>
        <a:bodyPr/>
        <a:lstStyle/>
        <a:p>
          <a:endParaRPr lang="en-US"/>
        </a:p>
      </dgm:t>
    </dgm:pt>
    <dgm:pt modelId="{81103165-80FC-4138-84F4-9BDE5CC9C59C}" type="pres">
      <dgm:prSet presAssocID="{66DCAB7F-F45E-48FD-96CE-A42D04E5B6BC}" presName="root" presStyleCnt="0">
        <dgm:presLayoutVars>
          <dgm:dir/>
          <dgm:resizeHandles val="exact"/>
        </dgm:presLayoutVars>
      </dgm:prSet>
      <dgm:spPr/>
    </dgm:pt>
    <dgm:pt modelId="{A7171FE4-0318-4935-9A0E-41B466FFB7C2}" type="pres">
      <dgm:prSet presAssocID="{2C46D924-4BD5-4BB8-86EE-0276402C091A}" presName="compNode" presStyleCnt="0"/>
      <dgm:spPr/>
    </dgm:pt>
    <dgm:pt modelId="{51A64A84-3F1A-49AD-BDFC-481D8E8E0343}" type="pres">
      <dgm:prSet presAssocID="{2C46D924-4BD5-4BB8-86EE-0276402C091A}" presName="iconBgRect" presStyleLbl="bgShp" presStyleIdx="0" presStyleCnt="4"/>
      <dgm:spPr/>
    </dgm:pt>
    <dgm:pt modelId="{B6E8E49D-51D2-42D3-9FE6-7ABC09A6F2F1}" type="pres">
      <dgm:prSet presAssocID="{2C46D924-4BD5-4BB8-86EE-0276402C091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64A0043E-E27D-46E8-B6F5-F3380E06ABEA}" type="pres">
      <dgm:prSet presAssocID="{2C46D924-4BD5-4BB8-86EE-0276402C091A}" presName="spaceRect" presStyleCnt="0"/>
      <dgm:spPr/>
    </dgm:pt>
    <dgm:pt modelId="{F3B8A248-C753-44B6-96FB-7E354FB59C81}" type="pres">
      <dgm:prSet presAssocID="{2C46D924-4BD5-4BB8-86EE-0276402C091A}" presName="textRect" presStyleLbl="revTx" presStyleIdx="0" presStyleCnt="4">
        <dgm:presLayoutVars>
          <dgm:chMax val="1"/>
          <dgm:chPref val="1"/>
        </dgm:presLayoutVars>
      </dgm:prSet>
      <dgm:spPr/>
    </dgm:pt>
    <dgm:pt modelId="{B316D526-575D-40E7-8D30-0A4F29C5A7C3}" type="pres">
      <dgm:prSet presAssocID="{BD66084C-0323-4D28-ACCD-4B8BD9B9D74E}" presName="sibTrans" presStyleCnt="0"/>
      <dgm:spPr/>
    </dgm:pt>
    <dgm:pt modelId="{DDCB1C1A-192D-4996-BE54-FEB04699C035}" type="pres">
      <dgm:prSet presAssocID="{6F04AC12-729C-4DD3-9DC3-62701C5B68B9}" presName="compNode" presStyleCnt="0"/>
      <dgm:spPr/>
    </dgm:pt>
    <dgm:pt modelId="{7BF7C28A-29CC-42A7-8D8C-246BE6DED8E8}" type="pres">
      <dgm:prSet presAssocID="{6F04AC12-729C-4DD3-9DC3-62701C5B68B9}" presName="iconBgRect" presStyleLbl="bgShp" presStyleIdx="1" presStyleCnt="4"/>
      <dgm:spPr/>
    </dgm:pt>
    <dgm:pt modelId="{80D3C7C7-AFAA-421A-9665-7564712754FF}" type="pres">
      <dgm:prSet presAssocID="{6F04AC12-729C-4DD3-9DC3-62701C5B68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9B106CEC-3A43-4A36-B7A5-D21ED917792E}" type="pres">
      <dgm:prSet presAssocID="{6F04AC12-729C-4DD3-9DC3-62701C5B68B9}" presName="spaceRect" presStyleCnt="0"/>
      <dgm:spPr/>
    </dgm:pt>
    <dgm:pt modelId="{C5BEFE38-0E3E-49EE-8D7B-38F9EE519792}" type="pres">
      <dgm:prSet presAssocID="{6F04AC12-729C-4DD3-9DC3-62701C5B68B9}" presName="textRect" presStyleLbl="revTx" presStyleIdx="1" presStyleCnt="4">
        <dgm:presLayoutVars>
          <dgm:chMax val="1"/>
          <dgm:chPref val="1"/>
        </dgm:presLayoutVars>
      </dgm:prSet>
      <dgm:spPr/>
    </dgm:pt>
    <dgm:pt modelId="{6F11C57F-3D25-4D61-A28A-E3ADEF214957}" type="pres">
      <dgm:prSet presAssocID="{BC47EDFB-3322-48FF-8E70-7D8EBC6FD492}" presName="sibTrans" presStyleCnt="0"/>
      <dgm:spPr/>
    </dgm:pt>
    <dgm:pt modelId="{CF34C704-0FA4-48FC-AECA-060CE22EC168}" type="pres">
      <dgm:prSet presAssocID="{3D172AD7-C42A-47B3-8257-762CDBAAE46B}" presName="compNode" presStyleCnt="0"/>
      <dgm:spPr/>
    </dgm:pt>
    <dgm:pt modelId="{8F9782E6-5953-4412-B664-3CE90ED5E54B}" type="pres">
      <dgm:prSet presAssocID="{3D172AD7-C42A-47B3-8257-762CDBAAE46B}" presName="iconBgRect" presStyleLbl="bgShp" presStyleIdx="2" presStyleCnt="4"/>
      <dgm:spPr/>
    </dgm:pt>
    <dgm:pt modelId="{1985BE8D-CE22-4B28-AEBB-ED411D43AF5B}" type="pres">
      <dgm:prSet presAssocID="{3D172AD7-C42A-47B3-8257-762CDBAAE46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otes"/>
        </a:ext>
      </dgm:extLst>
    </dgm:pt>
    <dgm:pt modelId="{6F8D04C0-CC64-4CF3-962B-602DCB275F8A}" type="pres">
      <dgm:prSet presAssocID="{3D172AD7-C42A-47B3-8257-762CDBAAE46B}" presName="spaceRect" presStyleCnt="0"/>
      <dgm:spPr/>
    </dgm:pt>
    <dgm:pt modelId="{2A469BDD-CE40-433D-B516-3AADDD099E03}" type="pres">
      <dgm:prSet presAssocID="{3D172AD7-C42A-47B3-8257-762CDBAAE46B}" presName="textRect" presStyleLbl="revTx" presStyleIdx="2" presStyleCnt="4">
        <dgm:presLayoutVars>
          <dgm:chMax val="1"/>
          <dgm:chPref val="1"/>
        </dgm:presLayoutVars>
      </dgm:prSet>
      <dgm:spPr/>
    </dgm:pt>
    <dgm:pt modelId="{F5B66D60-4539-400F-80E2-46448EB4012B}" type="pres">
      <dgm:prSet presAssocID="{4AD2F848-1ABB-4B84-AB40-466BE04023EE}" presName="sibTrans" presStyleCnt="0"/>
      <dgm:spPr/>
    </dgm:pt>
    <dgm:pt modelId="{6F1ECB49-935D-4577-A9EF-4917A7EABA22}" type="pres">
      <dgm:prSet presAssocID="{E8E2A1BE-D201-4F22-B266-10B49C3385DD}" presName="compNode" presStyleCnt="0"/>
      <dgm:spPr/>
    </dgm:pt>
    <dgm:pt modelId="{66B1FE99-6529-4265-8405-8B744419BAB7}" type="pres">
      <dgm:prSet presAssocID="{E8E2A1BE-D201-4F22-B266-10B49C3385DD}" presName="iconBgRect" presStyleLbl="bgShp" presStyleIdx="3" presStyleCnt="4"/>
      <dgm:spPr/>
    </dgm:pt>
    <dgm:pt modelId="{0AE95389-1AC8-456A-A62F-9F85D044EBE6}" type="pres">
      <dgm:prSet presAssocID="{E8E2A1BE-D201-4F22-B266-10B49C3385D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Gauge"/>
        </a:ext>
      </dgm:extLst>
    </dgm:pt>
    <dgm:pt modelId="{750A4DDE-E5C0-4EFA-B73F-D664936D45A0}" type="pres">
      <dgm:prSet presAssocID="{E8E2A1BE-D201-4F22-B266-10B49C3385DD}" presName="spaceRect" presStyleCnt="0"/>
      <dgm:spPr/>
    </dgm:pt>
    <dgm:pt modelId="{E8F5DF40-947B-4619-8C41-FA3D6AB3A5B2}" type="pres">
      <dgm:prSet presAssocID="{E8E2A1BE-D201-4F22-B266-10B49C3385DD}" presName="textRect" presStyleLbl="revTx" presStyleIdx="3" presStyleCnt="4">
        <dgm:presLayoutVars>
          <dgm:chMax val="1"/>
          <dgm:chPref val="1"/>
        </dgm:presLayoutVars>
      </dgm:prSet>
      <dgm:spPr/>
    </dgm:pt>
  </dgm:ptLst>
  <dgm:cxnLst>
    <dgm:cxn modelId="{05EE982C-3113-4040-A979-2EAAD2ADFCFA}" type="presOf" srcId="{2C46D924-4BD5-4BB8-86EE-0276402C091A}" destId="{F3B8A248-C753-44B6-96FB-7E354FB59C81}" srcOrd="0" destOrd="0" presId="urn:microsoft.com/office/officeart/2018/5/layout/IconCircleLabelList"/>
    <dgm:cxn modelId="{FBE26467-1EA6-4941-91A3-8C312D1CC831}" type="presOf" srcId="{6F04AC12-729C-4DD3-9DC3-62701C5B68B9}" destId="{C5BEFE38-0E3E-49EE-8D7B-38F9EE519792}" srcOrd="0" destOrd="0" presId="urn:microsoft.com/office/officeart/2018/5/layout/IconCircleLabelList"/>
    <dgm:cxn modelId="{14B66C6A-C950-4D91-AFE6-9DDBBC7ECABA}" srcId="{66DCAB7F-F45E-48FD-96CE-A42D04E5B6BC}" destId="{E8E2A1BE-D201-4F22-B266-10B49C3385DD}" srcOrd="3" destOrd="0" parTransId="{3AE32F2C-ACE3-445F-8B05-18D70572C037}" sibTransId="{61D6E9BF-20FA-4098-A316-789C1D14E047}"/>
    <dgm:cxn modelId="{BBB77F51-FFE1-4CCB-9661-5EE2918DA403}" type="presOf" srcId="{E8E2A1BE-D201-4F22-B266-10B49C3385DD}" destId="{E8F5DF40-947B-4619-8C41-FA3D6AB3A5B2}" srcOrd="0" destOrd="0" presId="urn:microsoft.com/office/officeart/2018/5/layout/IconCircleLabelList"/>
    <dgm:cxn modelId="{F76ED69B-707F-4A78-A2EB-0D9477C63501}" type="presOf" srcId="{3D172AD7-C42A-47B3-8257-762CDBAAE46B}" destId="{2A469BDD-CE40-433D-B516-3AADDD099E03}" srcOrd="0" destOrd="0" presId="urn:microsoft.com/office/officeart/2018/5/layout/IconCircleLabelList"/>
    <dgm:cxn modelId="{CC162EA1-DD48-4DB2-B100-BFCB81FFEBCD}" srcId="{66DCAB7F-F45E-48FD-96CE-A42D04E5B6BC}" destId="{6F04AC12-729C-4DD3-9DC3-62701C5B68B9}" srcOrd="1" destOrd="0" parTransId="{487000B7-5ECE-46A4-8543-649F2B978800}" sibTransId="{BC47EDFB-3322-48FF-8E70-7D8EBC6FD492}"/>
    <dgm:cxn modelId="{77E86EA7-AD5E-49AF-BEE8-4E974272B80C}" srcId="{66DCAB7F-F45E-48FD-96CE-A42D04E5B6BC}" destId="{2C46D924-4BD5-4BB8-86EE-0276402C091A}" srcOrd="0" destOrd="0" parTransId="{D4840EBC-5B57-483C-A00C-D5648CD7707D}" sibTransId="{BD66084C-0323-4D28-ACCD-4B8BD9B9D74E}"/>
    <dgm:cxn modelId="{B3E459DB-FE68-404C-BAC8-AE7C2796A3FA}" type="presOf" srcId="{66DCAB7F-F45E-48FD-96CE-A42D04E5B6BC}" destId="{81103165-80FC-4138-84F4-9BDE5CC9C59C}" srcOrd="0" destOrd="0" presId="urn:microsoft.com/office/officeart/2018/5/layout/IconCircleLabelList"/>
    <dgm:cxn modelId="{5A1BDCEC-5EA4-4AE7-AA05-67D8BA69DCD9}" srcId="{66DCAB7F-F45E-48FD-96CE-A42D04E5B6BC}" destId="{3D172AD7-C42A-47B3-8257-762CDBAAE46B}" srcOrd="2" destOrd="0" parTransId="{240C60A8-E064-438C-950B-B32C4D15F3F8}" sibTransId="{4AD2F848-1ABB-4B84-AB40-466BE04023EE}"/>
    <dgm:cxn modelId="{8FE28116-C7C7-4304-BF61-E475A1B76BF3}" type="presParOf" srcId="{81103165-80FC-4138-84F4-9BDE5CC9C59C}" destId="{A7171FE4-0318-4935-9A0E-41B466FFB7C2}" srcOrd="0" destOrd="0" presId="urn:microsoft.com/office/officeart/2018/5/layout/IconCircleLabelList"/>
    <dgm:cxn modelId="{254C9174-89FC-41DB-A12E-D2316F62E2FB}" type="presParOf" srcId="{A7171FE4-0318-4935-9A0E-41B466FFB7C2}" destId="{51A64A84-3F1A-49AD-BDFC-481D8E8E0343}" srcOrd="0" destOrd="0" presId="urn:microsoft.com/office/officeart/2018/5/layout/IconCircleLabelList"/>
    <dgm:cxn modelId="{A77E49CB-56AE-4896-B78D-5AEDC5AF4AFF}" type="presParOf" srcId="{A7171FE4-0318-4935-9A0E-41B466FFB7C2}" destId="{B6E8E49D-51D2-42D3-9FE6-7ABC09A6F2F1}" srcOrd="1" destOrd="0" presId="urn:microsoft.com/office/officeart/2018/5/layout/IconCircleLabelList"/>
    <dgm:cxn modelId="{43AA29E8-F1E8-4976-AD26-7F8BDC81B083}" type="presParOf" srcId="{A7171FE4-0318-4935-9A0E-41B466FFB7C2}" destId="{64A0043E-E27D-46E8-B6F5-F3380E06ABEA}" srcOrd="2" destOrd="0" presId="urn:microsoft.com/office/officeart/2018/5/layout/IconCircleLabelList"/>
    <dgm:cxn modelId="{A31E5F0C-628C-4C4F-9BDC-E427E460AD8D}" type="presParOf" srcId="{A7171FE4-0318-4935-9A0E-41B466FFB7C2}" destId="{F3B8A248-C753-44B6-96FB-7E354FB59C81}" srcOrd="3" destOrd="0" presId="urn:microsoft.com/office/officeart/2018/5/layout/IconCircleLabelList"/>
    <dgm:cxn modelId="{31A4D972-070B-49A6-A067-A040F3D1C09F}" type="presParOf" srcId="{81103165-80FC-4138-84F4-9BDE5CC9C59C}" destId="{B316D526-575D-40E7-8D30-0A4F29C5A7C3}" srcOrd="1" destOrd="0" presId="urn:microsoft.com/office/officeart/2018/5/layout/IconCircleLabelList"/>
    <dgm:cxn modelId="{8473A8BF-2EF6-47E3-ADE6-3A7D796C9E22}" type="presParOf" srcId="{81103165-80FC-4138-84F4-9BDE5CC9C59C}" destId="{DDCB1C1A-192D-4996-BE54-FEB04699C035}" srcOrd="2" destOrd="0" presId="urn:microsoft.com/office/officeart/2018/5/layout/IconCircleLabelList"/>
    <dgm:cxn modelId="{79B558B2-36C4-41B4-B65C-FB7CD8CDA71C}" type="presParOf" srcId="{DDCB1C1A-192D-4996-BE54-FEB04699C035}" destId="{7BF7C28A-29CC-42A7-8D8C-246BE6DED8E8}" srcOrd="0" destOrd="0" presId="urn:microsoft.com/office/officeart/2018/5/layout/IconCircleLabelList"/>
    <dgm:cxn modelId="{808D80B1-1184-45E9-B0CE-54EEC5ADC15F}" type="presParOf" srcId="{DDCB1C1A-192D-4996-BE54-FEB04699C035}" destId="{80D3C7C7-AFAA-421A-9665-7564712754FF}" srcOrd="1" destOrd="0" presId="urn:microsoft.com/office/officeart/2018/5/layout/IconCircleLabelList"/>
    <dgm:cxn modelId="{4359BB5E-F246-47DC-8ADE-6A210593D085}" type="presParOf" srcId="{DDCB1C1A-192D-4996-BE54-FEB04699C035}" destId="{9B106CEC-3A43-4A36-B7A5-D21ED917792E}" srcOrd="2" destOrd="0" presId="urn:microsoft.com/office/officeart/2018/5/layout/IconCircleLabelList"/>
    <dgm:cxn modelId="{E7D94135-7F40-4331-BBB4-9648FB5DF5F2}" type="presParOf" srcId="{DDCB1C1A-192D-4996-BE54-FEB04699C035}" destId="{C5BEFE38-0E3E-49EE-8D7B-38F9EE519792}" srcOrd="3" destOrd="0" presId="urn:microsoft.com/office/officeart/2018/5/layout/IconCircleLabelList"/>
    <dgm:cxn modelId="{D1A7A8F0-49D1-4B4D-85BC-859B71B16944}" type="presParOf" srcId="{81103165-80FC-4138-84F4-9BDE5CC9C59C}" destId="{6F11C57F-3D25-4D61-A28A-E3ADEF214957}" srcOrd="3" destOrd="0" presId="urn:microsoft.com/office/officeart/2018/5/layout/IconCircleLabelList"/>
    <dgm:cxn modelId="{7024E574-53B4-4B36-90FD-ABD49C6F2520}" type="presParOf" srcId="{81103165-80FC-4138-84F4-9BDE5CC9C59C}" destId="{CF34C704-0FA4-48FC-AECA-060CE22EC168}" srcOrd="4" destOrd="0" presId="urn:microsoft.com/office/officeart/2018/5/layout/IconCircleLabelList"/>
    <dgm:cxn modelId="{B469B1EC-75F9-4328-8C0B-CE4E9F992E14}" type="presParOf" srcId="{CF34C704-0FA4-48FC-AECA-060CE22EC168}" destId="{8F9782E6-5953-4412-B664-3CE90ED5E54B}" srcOrd="0" destOrd="0" presId="urn:microsoft.com/office/officeart/2018/5/layout/IconCircleLabelList"/>
    <dgm:cxn modelId="{E6EEBE1B-DFAC-443E-9034-9407F7B790C7}" type="presParOf" srcId="{CF34C704-0FA4-48FC-AECA-060CE22EC168}" destId="{1985BE8D-CE22-4B28-AEBB-ED411D43AF5B}" srcOrd="1" destOrd="0" presId="urn:microsoft.com/office/officeart/2018/5/layout/IconCircleLabelList"/>
    <dgm:cxn modelId="{A83D926F-68A4-48C2-BB97-A226B12EFE12}" type="presParOf" srcId="{CF34C704-0FA4-48FC-AECA-060CE22EC168}" destId="{6F8D04C0-CC64-4CF3-962B-602DCB275F8A}" srcOrd="2" destOrd="0" presId="urn:microsoft.com/office/officeart/2018/5/layout/IconCircleLabelList"/>
    <dgm:cxn modelId="{9874B48D-3415-44AF-B134-4E0F2A820757}" type="presParOf" srcId="{CF34C704-0FA4-48FC-AECA-060CE22EC168}" destId="{2A469BDD-CE40-433D-B516-3AADDD099E03}" srcOrd="3" destOrd="0" presId="urn:microsoft.com/office/officeart/2018/5/layout/IconCircleLabelList"/>
    <dgm:cxn modelId="{D91EB788-8DA7-4F8D-9CE3-AD17CF677435}" type="presParOf" srcId="{81103165-80FC-4138-84F4-9BDE5CC9C59C}" destId="{F5B66D60-4539-400F-80E2-46448EB4012B}" srcOrd="5" destOrd="0" presId="urn:microsoft.com/office/officeart/2018/5/layout/IconCircleLabelList"/>
    <dgm:cxn modelId="{D368F9BB-50D6-41BB-9E94-B6B04E8CF7C0}" type="presParOf" srcId="{81103165-80FC-4138-84F4-9BDE5CC9C59C}" destId="{6F1ECB49-935D-4577-A9EF-4917A7EABA22}" srcOrd="6" destOrd="0" presId="urn:microsoft.com/office/officeart/2018/5/layout/IconCircleLabelList"/>
    <dgm:cxn modelId="{7AFEFC24-C5EB-4121-95D8-6E3CBF4E448D}" type="presParOf" srcId="{6F1ECB49-935D-4577-A9EF-4917A7EABA22}" destId="{66B1FE99-6529-4265-8405-8B744419BAB7}" srcOrd="0" destOrd="0" presId="urn:microsoft.com/office/officeart/2018/5/layout/IconCircleLabelList"/>
    <dgm:cxn modelId="{9ACC2F5C-CFD0-46CB-BD49-561A397472B3}" type="presParOf" srcId="{6F1ECB49-935D-4577-A9EF-4917A7EABA22}" destId="{0AE95389-1AC8-456A-A62F-9F85D044EBE6}" srcOrd="1" destOrd="0" presId="urn:microsoft.com/office/officeart/2018/5/layout/IconCircleLabelList"/>
    <dgm:cxn modelId="{8EB82B75-327B-4C78-8452-C29911A6E540}" type="presParOf" srcId="{6F1ECB49-935D-4577-A9EF-4917A7EABA22}" destId="{750A4DDE-E5C0-4EFA-B73F-D664936D45A0}" srcOrd="2" destOrd="0" presId="urn:microsoft.com/office/officeart/2018/5/layout/IconCircleLabelList"/>
    <dgm:cxn modelId="{540A4B09-799A-4EB6-91BF-6CE611DF054C}" type="presParOf" srcId="{6F1ECB49-935D-4577-A9EF-4917A7EABA22}" destId="{E8F5DF40-947B-4619-8C41-FA3D6AB3A5B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A64A84-3F1A-49AD-BDFC-481D8E8E0343}">
      <dsp:nvSpPr>
        <dsp:cNvPr id="0" name=""/>
        <dsp:cNvSpPr/>
      </dsp:nvSpPr>
      <dsp:spPr>
        <a:xfrm>
          <a:off x="1124440" y="12702"/>
          <a:ext cx="1457412" cy="14574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E8E49D-51D2-42D3-9FE6-7ABC09A6F2F1}">
      <dsp:nvSpPr>
        <dsp:cNvPr id="0" name=""/>
        <dsp:cNvSpPr/>
      </dsp:nvSpPr>
      <dsp:spPr>
        <a:xfrm>
          <a:off x="1435036" y="323298"/>
          <a:ext cx="836220" cy="8362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3B8A248-C753-44B6-96FB-7E354FB59C81}">
      <dsp:nvSpPr>
        <dsp:cNvPr id="0" name=""/>
        <dsp:cNvSpPr/>
      </dsp:nvSpPr>
      <dsp:spPr>
        <a:xfrm>
          <a:off x="658546" y="1924062"/>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rtl="0">
            <a:lnSpc>
              <a:spcPct val="90000"/>
            </a:lnSpc>
            <a:spcBef>
              <a:spcPct val="0"/>
            </a:spcBef>
            <a:spcAft>
              <a:spcPct val="35000"/>
            </a:spcAft>
            <a:buNone/>
            <a:defRPr cap="all"/>
          </a:pPr>
          <a:r>
            <a:rPr lang="en-US" sz="1700" kern="1200"/>
            <a:t>Google Play Store </a:t>
          </a:r>
          <a:r>
            <a:rPr lang="en-US" sz="1700" kern="1200">
              <a:latin typeface="Calibri Light" panose="020F0302020204030204"/>
            </a:rPr>
            <a:t>data</a:t>
          </a:r>
          <a:endParaRPr lang="en-US" sz="1700" kern="1200"/>
        </a:p>
      </dsp:txBody>
      <dsp:txXfrm>
        <a:off x="658546" y="1924062"/>
        <a:ext cx="2389200" cy="720000"/>
      </dsp:txXfrm>
    </dsp:sp>
    <dsp:sp modelId="{7BF7C28A-29CC-42A7-8D8C-246BE6DED8E8}">
      <dsp:nvSpPr>
        <dsp:cNvPr id="0" name=""/>
        <dsp:cNvSpPr/>
      </dsp:nvSpPr>
      <dsp:spPr>
        <a:xfrm>
          <a:off x="3931751" y="12702"/>
          <a:ext cx="1457412" cy="14574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D3C7C7-AFAA-421A-9665-7564712754FF}">
      <dsp:nvSpPr>
        <dsp:cNvPr id="0" name=""/>
        <dsp:cNvSpPr/>
      </dsp:nvSpPr>
      <dsp:spPr>
        <a:xfrm>
          <a:off x="4242347" y="323298"/>
          <a:ext cx="836220" cy="8362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5BEFE38-0E3E-49EE-8D7B-38F9EE519792}">
      <dsp:nvSpPr>
        <dsp:cNvPr id="0" name=""/>
        <dsp:cNvSpPr/>
      </dsp:nvSpPr>
      <dsp:spPr>
        <a:xfrm>
          <a:off x="3465857" y="1924062"/>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Number of installs for hundred thousand apps</a:t>
          </a:r>
        </a:p>
      </dsp:txBody>
      <dsp:txXfrm>
        <a:off x="3465857" y="1924062"/>
        <a:ext cx="2389200" cy="720000"/>
      </dsp:txXfrm>
    </dsp:sp>
    <dsp:sp modelId="{8F9782E6-5953-4412-B664-3CE90ED5E54B}">
      <dsp:nvSpPr>
        <dsp:cNvPr id="0" name=""/>
        <dsp:cNvSpPr/>
      </dsp:nvSpPr>
      <dsp:spPr>
        <a:xfrm>
          <a:off x="1124440" y="3241363"/>
          <a:ext cx="1457412" cy="14574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85BE8D-CE22-4B28-AEBB-ED411D43AF5B}">
      <dsp:nvSpPr>
        <dsp:cNvPr id="0" name=""/>
        <dsp:cNvSpPr/>
      </dsp:nvSpPr>
      <dsp:spPr>
        <a:xfrm>
          <a:off x="1435036" y="3551959"/>
          <a:ext cx="836220" cy="8362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469BDD-CE40-433D-B516-3AADDD099E03}">
      <dsp:nvSpPr>
        <dsp:cNvPr id="0" name=""/>
        <dsp:cNvSpPr/>
      </dsp:nvSpPr>
      <dsp:spPr>
        <a:xfrm>
          <a:off x="658546" y="5152723"/>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Broken down by category, genre, name, date published, etc.</a:t>
          </a:r>
        </a:p>
      </dsp:txBody>
      <dsp:txXfrm>
        <a:off x="658546" y="5152723"/>
        <a:ext cx="2389200" cy="720000"/>
      </dsp:txXfrm>
    </dsp:sp>
    <dsp:sp modelId="{66B1FE99-6529-4265-8405-8B744419BAB7}">
      <dsp:nvSpPr>
        <dsp:cNvPr id="0" name=""/>
        <dsp:cNvSpPr/>
      </dsp:nvSpPr>
      <dsp:spPr>
        <a:xfrm>
          <a:off x="3931751" y="3241363"/>
          <a:ext cx="1457412" cy="1457412"/>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E95389-1AC8-456A-A62F-9F85D044EBE6}">
      <dsp:nvSpPr>
        <dsp:cNvPr id="0" name=""/>
        <dsp:cNvSpPr/>
      </dsp:nvSpPr>
      <dsp:spPr>
        <a:xfrm>
          <a:off x="4242347" y="3551959"/>
          <a:ext cx="836220" cy="8362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F5DF40-947B-4619-8C41-FA3D6AB3A5B2}">
      <dsp:nvSpPr>
        <dsp:cNvPr id="0" name=""/>
        <dsp:cNvSpPr/>
      </dsp:nvSpPr>
      <dsp:spPr>
        <a:xfrm>
          <a:off x="3465857" y="5152723"/>
          <a:ext cx="23892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rtl="0">
            <a:lnSpc>
              <a:spcPct val="90000"/>
            </a:lnSpc>
            <a:spcBef>
              <a:spcPct val="0"/>
            </a:spcBef>
            <a:spcAft>
              <a:spcPct val="35000"/>
            </a:spcAft>
            <a:buNone/>
            <a:defRPr cap="all"/>
          </a:pPr>
          <a:r>
            <a:rPr lang="en-US" sz="1700" kern="1200"/>
            <a:t>Interesting </a:t>
          </a:r>
          <a:r>
            <a:rPr lang="en-US" sz="1700" kern="1200">
              <a:latin typeface="Calibri Light" panose="020F0302020204030204"/>
            </a:rPr>
            <a:t>patterns including</a:t>
          </a:r>
          <a:r>
            <a:rPr lang="en-US" sz="1700" kern="1200"/>
            <a:t> most ratings above 4</a:t>
          </a:r>
        </a:p>
      </dsp:txBody>
      <dsp:txXfrm>
        <a:off x="3465857" y="5152723"/>
        <a:ext cx="23892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71531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15604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69640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11/20/2019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927776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11/20/2019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774039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11/20/2019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896245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92613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3576311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1547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400486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11/20/2019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088708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11/20/2019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029020749"/>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AE206-7EBA-4D33-8BC9-9D8158553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838199" y="4525347"/>
            <a:ext cx="6801321" cy="1737360"/>
          </a:xfrm>
        </p:spPr>
        <p:txBody>
          <a:bodyPr anchor="ctr">
            <a:normAutofit/>
          </a:bodyPr>
          <a:lstStyle/>
          <a:p>
            <a:pPr algn="r"/>
            <a:r>
              <a:rPr lang="en-US">
                <a:cs typeface="Calibri Light"/>
              </a:rPr>
              <a:t>WE6 – Data Mining</a:t>
            </a:r>
          </a:p>
        </p:txBody>
      </p:sp>
      <p:sp>
        <p:nvSpPr>
          <p:cNvPr id="3" name="Subtitle 2"/>
          <p:cNvSpPr>
            <a:spLocks noGrp="1"/>
          </p:cNvSpPr>
          <p:nvPr>
            <p:ph type="subTitle" idx="1"/>
          </p:nvPr>
        </p:nvSpPr>
        <p:spPr>
          <a:xfrm>
            <a:off x="7961258" y="4525347"/>
            <a:ext cx="3258675" cy="1737360"/>
          </a:xfrm>
        </p:spPr>
        <p:txBody>
          <a:bodyPr vert="horz" lIns="91440" tIns="45720" rIns="91440" bIns="45720" rtlCol="0" anchor="ctr">
            <a:normAutofit/>
          </a:bodyPr>
          <a:lstStyle/>
          <a:p>
            <a:pPr algn="l"/>
            <a:r>
              <a:rPr lang="en-US">
                <a:cs typeface="Calibri"/>
              </a:rPr>
              <a:t>Zach Cooper &amp; </a:t>
            </a:r>
          </a:p>
          <a:p>
            <a:pPr algn="l"/>
            <a:r>
              <a:rPr lang="en-US" err="1">
                <a:cs typeface="Calibri"/>
              </a:rPr>
              <a:t>Kellyn</a:t>
            </a:r>
            <a:r>
              <a:rPr lang="en-US">
                <a:cs typeface="Calibri"/>
              </a:rPr>
              <a:t> Elaine Wolden</a:t>
            </a:r>
          </a:p>
        </p:txBody>
      </p:sp>
      <p:sp>
        <p:nvSpPr>
          <p:cNvPr id="10" name="Oval 9">
            <a:extLst>
              <a:ext uri="{FF2B5EF4-FFF2-40B4-BE49-F238E27FC236}">
                <a16:creationId xmlns:a16="http://schemas.microsoft.com/office/drawing/2014/main" id="{6437D937-A7F1-4011-92B4-328E5BE1B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8567" y="620480"/>
            <a:ext cx="2243800" cy="22437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B672F332-AF08-46C6-94F0-77684310D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95001" y="2466604"/>
            <a:ext cx="962395" cy="96239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34244EF8-D73A-40E1-BE73-D46E6B4B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5829" y="2327988"/>
            <a:ext cx="293695" cy="2936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AB84D7E8-4ECB-42D7-ADBF-01689B0F24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2113" y="0"/>
            <a:ext cx="5699887" cy="4059244"/>
          </a:xfrm>
          <a:custGeom>
            <a:avLst/>
            <a:gdLst>
              <a:gd name="connsiteX0" fmla="*/ 0 w 5699887"/>
              <a:gd name="connsiteY0" fmla="*/ 0 h 4059244"/>
              <a:gd name="connsiteX1" fmla="*/ 5699887 w 5699887"/>
              <a:gd name="connsiteY1" fmla="*/ 0 h 4059244"/>
              <a:gd name="connsiteX2" fmla="*/ 5699887 w 5699887"/>
              <a:gd name="connsiteY2" fmla="*/ 3944096 h 4059244"/>
              <a:gd name="connsiteX3" fmla="*/ 5525775 w 5699887"/>
              <a:gd name="connsiteY3" fmla="*/ 3980429 h 4059244"/>
              <a:gd name="connsiteX4" fmla="*/ 4663256 w 5699887"/>
              <a:gd name="connsiteY4" fmla="*/ 4059244 h 4059244"/>
              <a:gd name="connsiteX5" fmla="*/ 8566 w 5699887"/>
              <a:gd name="connsiteY5" fmla="*/ 67422 h 4059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99887" h="4059244">
                <a:moveTo>
                  <a:pt x="0" y="0"/>
                </a:moveTo>
                <a:lnTo>
                  <a:pt x="5699887" y="0"/>
                </a:lnTo>
                <a:lnTo>
                  <a:pt x="5699887" y="3944096"/>
                </a:lnTo>
                <a:lnTo>
                  <a:pt x="5525775" y="3980429"/>
                </a:lnTo>
                <a:cubicBezTo>
                  <a:pt x="5246154" y="4032190"/>
                  <a:pt x="4957865" y="4059244"/>
                  <a:pt x="4663256" y="4059244"/>
                </a:cubicBezTo>
                <a:cubicBezTo>
                  <a:pt x="2306390" y="4059244"/>
                  <a:pt x="353936" y="2327747"/>
                  <a:pt x="8566" y="67422"/>
                </a:cubicBez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8" name="Straight Connector 17">
            <a:extLst>
              <a:ext uri="{FF2B5EF4-FFF2-40B4-BE49-F238E27FC236}">
                <a16:creationId xmlns:a16="http://schemas.microsoft.com/office/drawing/2014/main" id="{9E8E38ED-369A-44C2-B635-0BED0E48A6E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00392" y="4525347"/>
            <a:ext cx="0" cy="1737360"/>
          </a:xfrm>
          <a:prstGeom prst="line">
            <a:avLst/>
          </a:prstGeom>
          <a:ln w="19050" cap="sq">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F33649-5102-4DA3-8545-6FC41491E1E0}"/>
              </a:ext>
            </a:extLst>
          </p:cNvPr>
          <p:cNvSpPr>
            <a:spLocks noGrp="1"/>
          </p:cNvSpPr>
          <p:nvPr>
            <p:ph type="title"/>
          </p:nvPr>
        </p:nvSpPr>
        <p:spPr>
          <a:xfrm>
            <a:off x="863029" y="1012004"/>
            <a:ext cx="3416158" cy="4795408"/>
          </a:xfrm>
        </p:spPr>
        <p:txBody>
          <a:bodyPr>
            <a:normAutofit/>
          </a:bodyPr>
          <a:lstStyle/>
          <a:p>
            <a:r>
              <a:rPr lang="en-US">
                <a:solidFill>
                  <a:srgbClr val="FFFFFF"/>
                </a:solidFill>
                <a:cs typeface="Calibri Light"/>
              </a:rPr>
              <a:t>The Story</a:t>
            </a:r>
            <a:endParaRPr lang="en-US">
              <a:solidFill>
                <a:srgbClr val="FFFFFF"/>
              </a:solidFill>
            </a:endParaRPr>
          </a:p>
        </p:txBody>
      </p:sp>
      <p:graphicFrame>
        <p:nvGraphicFramePr>
          <p:cNvPr id="23" name="Content Placeholder 2">
            <a:extLst>
              <a:ext uri="{FF2B5EF4-FFF2-40B4-BE49-F238E27FC236}">
                <a16:creationId xmlns:a16="http://schemas.microsoft.com/office/drawing/2014/main" id="{CCAFD516-254D-4934-B854-5EB741EB5081}"/>
              </a:ext>
            </a:extLst>
          </p:cNvPr>
          <p:cNvGraphicFramePr>
            <a:graphicFrameLocks noGrp="1"/>
          </p:cNvGraphicFramePr>
          <p:nvPr>
            <p:ph idx="1"/>
            <p:extLst>
              <p:ext uri="{D42A27DB-BD31-4B8C-83A1-F6EECF244321}">
                <p14:modId xmlns:p14="http://schemas.microsoft.com/office/powerpoint/2010/main" val="493441188"/>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8006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20">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E1DD1A-EECF-4A2E-A847-0D4288A89E43}"/>
              </a:ext>
            </a:extLst>
          </p:cNvPr>
          <p:cNvSpPr>
            <a:spLocks noGrp="1"/>
          </p:cNvSpPr>
          <p:nvPr>
            <p:ph type="title"/>
          </p:nvPr>
        </p:nvSpPr>
        <p:spPr>
          <a:xfrm>
            <a:off x="841248" y="426720"/>
            <a:ext cx="10506456" cy="1919141"/>
          </a:xfrm>
        </p:spPr>
        <p:txBody>
          <a:bodyPr anchor="b">
            <a:normAutofit/>
          </a:bodyPr>
          <a:lstStyle/>
          <a:p>
            <a:r>
              <a:rPr lang="en-US" sz="6000">
                <a:cs typeface="Calibri Light" panose="020F0302020204030204"/>
              </a:rPr>
              <a:t>Data Mining: Business Question</a:t>
            </a:r>
          </a:p>
        </p:txBody>
      </p:sp>
      <p:sp>
        <p:nvSpPr>
          <p:cNvPr id="20" name="Rectangle 2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1844866-015E-4608-AD95-EE38D8F59E4C}"/>
              </a:ext>
            </a:extLst>
          </p:cNvPr>
          <p:cNvSpPr>
            <a:spLocks noGrp="1"/>
          </p:cNvSpPr>
          <p:nvPr>
            <p:ph idx="1"/>
          </p:nvPr>
        </p:nvSpPr>
        <p:spPr>
          <a:xfrm>
            <a:off x="841248" y="3337269"/>
            <a:ext cx="10509504" cy="2905686"/>
          </a:xfrm>
        </p:spPr>
        <p:txBody>
          <a:bodyPr vert="horz" lIns="91440" tIns="45720" rIns="91440" bIns="45720" rtlCol="0" anchor="t">
            <a:normAutofit/>
          </a:bodyPr>
          <a:lstStyle/>
          <a:p>
            <a:pPr marL="0" indent="0" algn="ctr">
              <a:buNone/>
            </a:pPr>
            <a:r>
              <a:rPr lang="en-US" sz="4000" b="1">
                <a:ea typeface="+mn-lt"/>
                <a:cs typeface="+mn-lt"/>
              </a:rPr>
              <a:t>What is a good app category to develop in to reach the highest number of consumers based on the categories or genres consumers are more likely to install from the Google Play Store today?</a:t>
            </a:r>
            <a:endParaRPr lang="en-US" sz="4000">
              <a:cs typeface="Calibri" panose="020F0502020204030204"/>
            </a:endParaRPr>
          </a:p>
        </p:txBody>
      </p:sp>
    </p:spTree>
    <p:extLst>
      <p:ext uri="{BB962C8B-B14F-4D97-AF65-F5344CB8AC3E}">
        <p14:creationId xmlns:p14="http://schemas.microsoft.com/office/powerpoint/2010/main" val="3251947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662795" y="-3745097"/>
            <a:ext cx="1354979" cy="10750169"/>
          </a:xfrm>
          <a:prstGeom prst="downArrow">
            <a:avLst>
              <a:gd name="adj1" fmla="val 100000"/>
              <a:gd name="adj2" fmla="val 22582"/>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7BF5133-19F8-4B75-9420-BDE70EE846AB}"/>
              </a:ext>
            </a:extLst>
          </p:cNvPr>
          <p:cNvSpPr>
            <a:spLocks noGrp="1"/>
          </p:cNvSpPr>
          <p:nvPr>
            <p:ph type="title"/>
          </p:nvPr>
        </p:nvSpPr>
        <p:spPr>
          <a:xfrm>
            <a:off x="1286932" y="1204109"/>
            <a:ext cx="10023398" cy="857894"/>
          </a:xfrm>
        </p:spPr>
        <p:txBody>
          <a:bodyPr vert="horz" lIns="91440" tIns="45720" rIns="91440" bIns="45720" rtlCol="0" anchor="ctr">
            <a:normAutofit/>
          </a:bodyPr>
          <a:lstStyle/>
          <a:p>
            <a:r>
              <a:rPr lang="en-US" sz="4000" kern="1200">
                <a:solidFill>
                  <a:srgbClr val="FFFFFF"/>
                </a:solidFill>
                <a:latin typeface="+mj-lt"/>
                <a:ea typeface="+mj-ea"/>
                <a:cs typeface="+mj-cs"/>
              </a:rPr>
              <a:t>Data Mining: Decision Tree</a:t>
            </a:r>
          </a:p>
        </p:txBody>
      </p:sp>
      <p:sp>
        <p:nvSpPr>
          <p:cNvPr id="3" name="Content Placeholder 2">
            <a:extLst>
              <a:ext uri="{FF2B5EF4-FFF2-40B4-BE49-F238E27FC236}">
                <a16:creationId xmlns:a16="http://schemas.microsoft.com/office/drawing/2014/main" id="{A56FD152-210B-40B8-9CD9-D38EF87EB35D}"/>
              </a:ext>
            </a:extLst>
          </p:cNvPr>
          <p:cNvSpPr>
            <a:spLocks noGrp="1"/>
          </p:cNvSpPr>
          <p:nvPr>
            <p:ph sz="half" idx="1"/>
          </p:nvPr>
        </p:nvSpPr>
        <p:spPr>
          <a:xfrm>
            <a:off x="266140" y="2286716"/>
            <a:ext cx="3441312" cy="4574048"/>
          </a:xfrm>
        </p:spPr>
        <p:txBody>
          <a:bodyPr vert="horz" lIns="91440" tIns="45720" rIns="91440" bIns="45720" rtlCol="0" anchor="ctr">
            <a:normAutofit/>
          </a:bodyPr>
          <a:lstStyle/>
          <a:p>
            <a:r>
              <a:rPr lang="en-US" sz="2000">
                <a:cs typeface="Calibri"/>
              </a:rPr>
              <a:t>Used decision tree to find most likely categories to be skipped or installed</a:t>
            </a:r>
          </a:p>
          <a:p>
            <a:r>
              <a:rPr lang="en-US" sz="2000">
                <a:cs typeface="Calibri"/>
              </a:rPr>
              <a:t>Found that non-entertainment and non-games along with non-medical apps more likely to be installed</a:t>
            </a:r>
          </a:p>
          <a:p>
            <a:r>
              <a:rPr lang="en-US" sz="2000">
                <a:cs typeface="Calibri"/>
              </a:rPr>
              <a:t>More games/entertainment leads to worse chances for installation</a:t>
            </a:r>
          </a:p>
        </p:txBody>
      </p:sp>
      <p:pic>
        <p:nvPicPr>
          <p:cNvPr id="5" name="Picture 5" descr="A screenshot of a video game&#10;&#10;Description generated with high confidence">
            <a:extLst>
              <a:ext uri="{FF2B5EF4-FFF2-40B4-BE49-F238E27FC236}">
                <a16:creationId xmlns:a16="http://schemas.microsoft.com/office/drawing/2014/main" id="{D305D071-7F77-4919-9583-722E8A0B6D32}"/>
              </a:ext>
            </a:extLst>
          </p:cNvPr>
          <p:cNvPicPr>
            <a:picLocks noGrp="1" noChangeAspect="1"/>
          </p:cNvPicPr>
          <p:nvPr>
            <p:ph sz="half" idx="2"/>
          </p:nvPr>
        </p:nvPicPr>
        <p:blipFill>
          <a:blip r:embed="rId2"/>
          <a:stretch>
            <a:fillRect/>
          </a:stretch>
        </p:blipFill>
        <p:spPr>
          <a:xfrm>
            <a:off x="3971990" y="3315632"/>
            <a:ext cx="8071924" cy="2113650"/>
          </a:xfrm>
          <a:prstGeom prst="rect">
            <a:avLst/>
          </a:prstGeom>
        </p:spPr>
      </p:pic>
    </p:spTree>
    <p:extLst>
      <p:ext uri="{BB962C8B-B14F-4D97-AF65-F5344CB8AC3E}">
        <p14:creationId xmlns:p14="http://schemas.microsoft.com/office/powerpoint/2010/main" val="1970638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A3BAF07C-C39E-42EB-BB22-8D46691D9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3061" cy="685800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23">
            <a:extLst>
              <a:ext uri="{FF2B5EF4-FFF2-40B4-BE49-F238E27FC236}">
                <a16:creationId xmlns:a16="http://schemas.microsoft.com/office/drawing/2014/main" id="{D8E9CF54-0466-4261-9E62-0249E60E188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9674" y="-59376"/>
            <a:ext cx="12515851" cy="6923798"/>
            <a:chOff x="-329674" y="-51881"/>
            <a:chExt cx="12515851" cy="6923798"/>
          </a:xfrm>
        </p:grpSpPr>
        <p:sp>
          <p:nvSpPr>
            <p:cNvPr id="25" name="Freeform 5">
              <a:extLst>
                <a:ext uri="{FF2B5EF4-FFF2-40B4-BE49-F238E27FC236}">
                  <a16:creationId xmlns:a16="http://schemas.microsoft.com/office/drawing/2014/main" id="{33E32106-E8B1-4F76-9EE6-58537738A3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6" name="Freeform 6">
              <a:extLst>
                <a:ext uri="{FF2B5EF4-FFF2-40B4-BE49-F238E27FC236}">
                  <a16:creationId xmlns:a16="http://schemas.microsoft.com/office/drawing/2014/main" id="{C32C2C46-A045-44FB-8A74-5EBD650C27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7" name="Freeform 7">
              <a:extLst>
                <a:ext uri="{FF2B5EF4-FFF2-40B4-BE49-F238E27FC236}">
                  <a16:creationId xmlns:a16="http://schemas.microsoft.com/office/drawing/2014/main" id="{6A76F79C-6683-4940-BCF7-4BCCCEE406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28" name="Freeform 8">
              <a:extLst>
                <a:ext uri="{FF2B5EF4-FFF2-40B4-BE49-F238E27FC236}">
                  <a16:creationId xmlns:a16="http://schemas.microsoft.com/office/drawing/2014/main" id="{FF4675A3-6D07-4B1F-9BFC-AEBEA1AD06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29" name="Freeform 9">
              <a:extLst>
                <a:ext uri="{FF2B5EF4-FFF2-40B4-BE49-F238E27FC236}">
                  <a16:creationId xmlns:a16="http://schemas.microsoft.com/office/drawing/2014/main" id="{765E127A-B6B7-4B1D-B7BD-6C8C969D29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0" name="Freeform 10">
              <a:extLst>
                <a:ext uri="{FF2B5EF4-FFF2-40B4-BE49-F238E27FC236}">
                  <a16:creationId xmlns:a16="http://schemas.microsoft.com/office/drawing/2014/main" id="{3BCA9D9E-C72C-4751-BFA9-10B85CACE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1" name="Freeform 11">
              <a:extLst>
                <a:ext uri="{FF2B5EF4-FFF2-40B4-BE49-F238E27FC236}">
                  <a16:creationId xmlns:a16="http://schemas.microsoft.com/office/drawing/2014/main" id="{080C708C-69BF-441B-AB75-C98160ED0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2" name="Freeform 12">
              <a:extLst>
                <a:ext uri="{FF2B5EF4-FFF2-40B4-BE49-F238E27FC236}">
                  <a16:creationId xmlns:a16="http://schemas.microsoft.com/office/drawing/2014/main" id="{3E79964E-F8F1-4763-8892-7BC3DAE30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3" name="Freeform 13">
              <a:extLst>
                <a:ext uri="{FF2B5EF4-FFF2-40B4-BE49-F238E27FC236}">
                  <a16:creationId xmlns:a16="http://schemas.microsoft.com/office/drawing/2014/main" id="{FE09592A-FCC9-4AE5-BA0B-730C6F3BB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4" name="Freeform 14">
              <a:extLst>
                <a:ext uri="{FF2B5EF4-FFF2-40B4-BE49-F238E27FC236}">
                  <a16:creationId xmlns:a16="http://schemas.microsoft.com/office/drawing/2014/main" id="{96448994-820C-4BC1-ABF3-4579C6F99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35" name="Freeform 15">
              <a:extLst>
                <a:ext uri="{FF2B5EF4-FFF2-40B4-BE49-F238E27FC236}">
                  <a16:creationId xmlns:a16="http://schemas.microsoft.com/office/drawing/2014/main" id="{9BB0D192-565A-42B9-B292-CC032D71A6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6" name="Freeform 16">
              <a:extLst>
                <a:ext uri="{FF2B5EF4-FFF2-40B4-BE49-F238E27FC236}">
                  <a16:creationId xmlns:a16="http://schemas.microsoft.com/office/drawing/2014/main" id="{6D1CA09C-5F40-4E92-A7E9-D1FCEE5128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35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37" name="Freeform 17">
              <a:extLst>
                <a:ext uri="{FF2B5EF4-FFF2-40B4-BE49-F238E27FC236}">
                  <a16:creationId xmlns:a16="http://schemas.microsoft.com/office/drawing/2014/main" id="{379F5AA5-2E14-4880-A5A6-07AEF2AD8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8" name="Freeform 18">
              <a:extLst>
                <a:ext uri="{FF2B5EF4-FFF2-40B4-BE49-F238E27FC236}">
                  <a16:creationId xmlns:a16="http://schemas.microsoft.com/office/drawing/2014/main" id="{EF14BD32-D239-4DA3-98B3-775207365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19">
              <a:extLst>
                <a:ext uri="{FF2B5EF4-FFF2-40B4-BE49-F238E27FC236}">
                  <a16:creationId xmlns:a16="http://schemas.microsoft.com/office/drawing/2014/main" id="{CF07B250-E5E4-4624-9BD7-8D513A67B7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20">
              <a:extLst>
                <a:ext uri="{FF2B5EF4-FFF2-40B4-BE49-F238E27FC236}">
                  <a16:creationId xmlns:a16="http://schemas.microsoft.com/office/drawing/2014/main" id="{BCC5D120-7C8C-4290-865C-4EE6E4F24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21">
              <a:extLst>
                <a:ext uri="{FF2B5EF4-FFF2-40B4-BE49-F238E27FC236}">
                  <a16:creationId xmlns:a16="http://schemas.microsoft.com/office/drawing/2014/main" id="{C24688C6-CAE5-4EF2-B2BA-A138DA0A24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22">
              <a:extLst>
                <a:ext uri="{FF2B5EF4-FFF2-40B4-BE49-F238E27FC236}">
                  <a16:creationId xmlns:a16="http://schemas.microsoft.com/office/drawing/2014/main" id="{6BD31099-7C13-4901-A04F-632B1CD846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35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23">
              <a:extLst>
                <a:ext uri="{FF2B5EF4-FFF2-40B4-BE49-F238E27FC236}">
                  <a16:creationId xmlns:a16="http://schemas.microsoft.com/office/drawing/2014/main" id="{679F5FF7-82B2-4033-8FBE-63170C937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35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sp>
        <p:nvSpPr>
          <p:cNvPr id="2" name="Title 1">
            <a:extLst>
              <a:ext uri="{FF2B5EF4-FFF2-40B4-BE49-F238E27FC236}">
                <a16:creationId xmlns:a16="http://schemas.microsoft.com/office/drawing/2014/main" id="{91885BDA-B5CC-41E5-93DE-BFB09BEDA4EA}"/>
              </a:ext>
            </a:extLst>
          </p:cNvPr>
          <p:cNvSpPr>
            <a:spLocks noGrp="1"/>
          </p:cNvSpPr>
          <p:nvPr>
            <p:ph type="title"/>
          </p:nvPr>
        </p:nvSpPr>
        <p:spPr>
          <a:xfrm>
            <a:off x="845498" y="5076434"/>
            <a:ext cx="5093596" cy="1777829"/>
          </a:xfrm>
        </p:spPr>
        <p:txBody>
          <a:bodyPr vert="horz" lIns="91440" tIns="45720" rIns="91440" bIns="45720" rtlCol="0" anchor="ctr">
            <a:normAutofit/>
          </a:bodyPr>
          <a:lstStyle/>
          <a:p>
            <a:pPr algn="r"/>
            <a:r>
              <a:rPr lang="en-US" sz="4000"/>
              <a:t>Data Mining: Naïve Bayes</a:t>
            </a:r>
          </a:p>
        </p:txBody>
      </p:sp>
      <p:pic>
        <p:nvPicPr>
          <p:cNvPr id="5" name="Picture 5" descr="A close up of a logo&#10;&#10;Description generated with very high confidence">
            <a:extLst>
              <a:ext uri="{FF2B5EF4-FFF2-40B4-BE49-F238E27FC236}">
                <a16:creationId xmlns:a16="http://schemas.microsoft.com/office/drawing/2014/main" id="{16099FDF-E4B3-46F9-B69A-916438ED54B2}"/>
              </a:ext>
            </a:extLst>
          </p:cNvPr>
          <p:cNvPicPr>
            <a:picLocks noGrp="1" noChangeAspect="1"/>
          </p:cNvPicPr>
          <p:nvPr>
            <p:ph sz="half" idx="2"/>
          </p:nvPr>
        </p:nvPicPr>
        <p:blipFill rotWithShape="1">
          <a:blip r:embed="rId2"/>
          <a:srcRect t="22674"/>
          <a:stretch/>
        </p:blipFill>
        <p:spPr>
          <a:xfrm>
            <a:off x="20" y="2872"/>
            <a:ext cx="12191980" cy="4969765"/>
          </a:xfrm>
          <a:custGeom>
            <a:avLst/>
            <a:gdLst>
              <a:gd name="connsiteX0" fmla="*/ 0 w 12192000"/>
              <a:gd name="connsiteY0" fmla="*/ 0 h 4621300"/>
              <a:gd name="connsiteX1" fmla="*/ 12192000 w 12192000"/>
              <a:gd name="connsiteY1" fmla="*/ 0 h 4621300"/>
              <a:gd name="connsiteX2" fmla="*/ 12192000 w 12192000"/>
              <a:gd name="connsiteY2" fmla="*/ 3104412 h 4621300"/>
              <a:gd name="connsiteX3" fmla="*/ 12192000 w 12192000"/>
              <a:gd name="connsiteY3" fmla="*/ 3296537 h 4621300"/>
              <a:gd name="connsiteX4" fmla="*/ 12192000 w 12192000"/>
              <a:gd name="connsiteY4" fmla="*/ 4272355 h 4621300"/>
              <a:gd name="connsiteX5" fmla="*/ 12113803 w 12192000"/>
              <a:gd name="connsiteY5" fmla="*/ 4280638 h 4621300"/>
              <a:gd name="connsiteX6" fmla="*/ 6753597 w 12192000"/>
              <a:gd name="connsiteY6" fmla="*/ 4604195 h 4621300"/>
              <a:gd name="connsiteX7" fmla="*/ 400746 w 12192000"/>
              <a:gd name="connsiteY7" fmla="*/ 4432852 h 4621300"/>
              <a:gd name="connsiteX8" fmla="*/ 0 w 12192000"/>
              <a:gd name="connsiteY8" fmla="*/ 4395876 h 4621300"/>
              <a:gd name="connsiteX9" fmla="*/ 0 w 12192000"/>
              <a:gd name="connsiteY9" fmla="*/ 3296537 h 4621300"/>
              <a:gd name="connsiteX10" fmla="*/ 0 w 12192000"/>
              <a:gd name="connsiteY10" fmla="*/ 3104412 h 462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4621300">
                <a:moveTo>
                  <a:pt x="0" y="0"/>
                </a:moveTo>
                <a:lnTo>
                  <a:pt x="12192000" y="0"/>
                </a:lnTo>
                <a:lnTo>
                  <a:pt x="12192000" y="3104412"/>
                </a:lnTo>
                <a:lnTo>
                  <a:pt x="12192000" y="3296537"/>
                </a:lnTo>
                <a:lnTo>
                  <a:pt x="12192000" y="4272355"/>
                </a:lnTo>
                <a:lnTo>
                  <a:pt x="12113803" y="4280638"/>
                </a:lnTo>
                <a:cubicBezTo>
                  <a:pt x="10139508" y="4478587"/>
                  <a:pt x="8237152" y="4571590"/>
                  <a:pt x="6753597" y="4604195"/>
                </a:cubicBezTo>
                <a:cubicBezTo>
                  <a:pt x="4940362" y="4644044"/>
                  <a:pt x="2657278" y="4624714"/>
                  <a:pt x="400746" y="4432852"/>
                </a:cubicBezTo>
                <a:lnTo>
                  <a:pt x="0" y="4395876"/>
                </a:lnTo>
                <a:lnTo>
                  <a:pt x="0" y="3296537"/>
                </a:lnTo>
                <a:lnTo>
                  <a:pt x="0" y="3104412"/>
                </a:lnTo>
                <a:close/>
              </a:path>
            </a:pathLst>
          </a:custGeom>
        </p:spPr>
      </p:pic>
      <p:sp>
        <p:nvSpPr>
          <p:cNvPr id="3" name="Content Placeholder 2">
            <a:extLst>
              <a:ext uri="{FF2B5EF4-FFF2-40B4-BE49-F238E27FC236}">
                <a16:creationId xmlns:a16="http://schemas.microsoft.com/office/drawing/2014/main" id="{318492D8-E11C-42B7-803F-51AA11FBAB52}"/>
              </a:ext>
            </a:extLst>
          </p:cNvPr>
          <p:cNvSpPr>
            <a:spLocks noGrp="1"/>
          </p:cNvSpPr>
          <p:nvPr>
            <p:ph sz="half" idx="1"/>
          </p:nvPr>
        </p:nvSpPr>
        <p:spPr>
          <a:xfrm>
            <a:off x="7548549" y="942321"/>
            <a:ext cx="4638864" cy="3594651"/>
          </a:xfrm>
        </p:spPr>
        <p:txBody>
          <a:bodyPr vert="horz" lIns="91440" tIns="45720" rIns="91440" bIns="45720" rtlCol="0" anchor="ctr">
            <a:noAutofit/>
          </a:bodyPr>
          <a:lstStyle/>
          <a:p>
            <a:r>
              <a:rPr lang="en-US" sz="2000">
                <a:solidFill>
                  <a:srgbClr val="000000"/>
                </a:solidFill>
              </a:rPr>
              <a:t>Naïve Bayes showed which category had the strongest impact</a:t>
            </a:r>
          </a:p>
          <a:p>
            <a:r>
              <a:rPr lang="en-US" sz="2000">
                <a:solidFill>
                  <a:srgbClr val="000000"/>
                </a:solidFill>
                <a:cs typeface="Calibri"/>
              </a:rPr>
              <a:t>Once rating was removed as a "missing" outlier, category shown as the biggest impactor</a:t>
            </a:r>
          </a:p>
          <a:p>
            <a:r>
              <a:rPr lang="en-US" sz="2000">
                <a:solidFill>
                  <a:srgbClr val="000000"/>
                </a:solidFill>
                <a:cs typeface="Calibri"/>
              </a:rPr>
              <a:t>Naïve Bayes model more able to predict than the Decision Tree model</a:t>
            </a:r>
          </a:p>
        </p:txBody>
      </p:sp>
    </p:spTree>
    <p:extLst>
      <p:ext uri="{BB962C8B-B14F-4D97-AF65-F5344CB8AC3E}">
        <p14:creationId xmlns:p14="http://schemas.microsoft.com/office/powerpoint/2010/main" val="3371575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77E57D-6A88-4B5B-A068-2BA7FF4E8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3BA309-6F30-49EF-86FA-CB71351E8B3E}"/>
              </a:ext>
            </a:extLst>
          </p:cNvPr>
          <p:cNvSpPr>
            <a:spLocks noGrp="1"/>
          </p:cNvSpPr>
          <p:nvPr>
            <p:ph type="title"/>
          </p:nvPr>
        </p:nvSpPr>
        <p:spPr>
          <a:xfrm>
            <a:off x="841248" y="502920"/>
            <a:ext cx="10509504" cy="1975104"/>
          </a:xfrm>
        </p:spPr>
        <p:txBody>
          <a:bodyPr anchor="b">
            <a:normAutofit/>
          </a:bodyPr>
          <a:lstStyle/>
          <a:p>
            <a:r>
              <a:rPr lang="en-US" sz="5400">
                <a:cs typeface="Calibri Light"/>
              </a:rPr>
              <a:t>Data Mining: Conclusions</a:t>
            </a:r>
            <a:endParaRPr lang="en-US" sz="5400"/>
          </a:p>
        </p:txBody>
      </p:sp>
      <p:sp>
        <p:nvSpPr>
          <p:cNvPr id="10" name="Rectangle 9">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289407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BA73858-B9D4-490B-83E8-F06B28254A9D}"/>
              </a:ext>
            </a:extLst>
          </p:cNvPr>
          <p:cNvSpPr>
            <a:spLocks noGrp="1"/>
          </p:cNvSpPr>
          <p:nvPr>
            <p:ph idx="1"/>
          </p:nvPr>
        </p:nvSpPr>
        <p:spPr>
          <a:xfrm>
            <a:off x="841248" y="3328416"/>
            <a:ext cx="10509504" cy="2715768"/>
          </a:xfrm>
        </p:spPr>
        <p:txBody>
          <a:bodyPr vert="horz" lIns="91440" tIns="45720" rIns="91440" bIns="45720" rtlCol="0" anchor="t">
            <a:noAutofit/>
          </a:bodyPr>
          <a:lstStyle/>
          <a:p>
            <a:r>
              <a:rPr lang="en-US" sz="2400">
                <a:ea typeface="+mn-lt"/>
                <a:cs typeface="+mn-lt"/>
              </a:rPr>
              <a:t>Category has a large impact on which apps are installed or not</a:t>
            </a:r>
            <a:endParaRPr lang="en-US" sz="2400">
              <a:cs typeface="Calibri" panose="020F0502020204030204"/>
            </a:endParaRPr>
          </a:p>
          <a:p>
            <a:r>
              <a:rPr lang="en-US" sz="2400">
                <a:cs typeface="Calibri" panose="020F0502020204030204"/>
              </a:rPr>
              <a:t>Avoid continuing to oversaturate the games and entertainment market – much more likely to be skipped over</a:t>
            </a:r>
          </a:p>
          <a:p>
            <a:r>
              <a:rPr lang="en-US" sz="2400">
                <a:cs typeface="Calibri" panose="020F0502020204030204"/>
              </a:rPr>
              <a:t>If possibly developing a medical app, determine the limits of population need in – avoid unnecessary development toward low populations</a:t>
            </a:r>
          </a:p>
          <a:p>
            <a:r>
              <a:rPr lang="en-US" sz="2400">
                <a:cs typeface="Calibri" panose="020F0502020204030204"/>
              </a:rPr>
              <a:t>Family, finance, and education are highest categories for likely installations</a:t>
            </a:r>
          </a:p>
          <a:p>
            <a:endParaRPr lang="en-US" sz="2400">
              <a:cs typeface="Calibri" panose="020F0502020204030204"/>
            </a:endParaRPr>
          </a:p>
        </p:txBody>
      </p:sp>
    </p:spTree>
    <p:extLst>
      <p:ext uri="{BB962C8B-B14F-4D97-AF65-F5344CB8AC3E}">
        <p14:creationId xmlns:p14="http://schemas.microsoft.com/office/powerpoint/2010/main" val="417548875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WE6 – Data Mining</vt:lpstr>
      <vt:lpstr>The Story</vt:lpstr>
      <vt:lpstr>Data Mining: Business Question</vt:lpstr>
      <vt:lpstr>Data Mining: Decision Tree</vt:lpstr>
      <vt:lpstr>Data Mining: Naïve Bayes</vt:lpstr>
      <vt:lpstr>Data Mining: 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2019-11-20T22:14:25Z</dcterms:created>
  <dcterms:modified xsi:type="dcterms:W3CDTF">2019-11-20T23:32:43Z</dcterms:modified>
</cp:coreProperties>
</file>