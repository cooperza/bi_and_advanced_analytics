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6f9e470d_0_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6f9e470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c6f9e470d_0_1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c6f9e470d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06c74fb9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06c74fb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 422 Weekly Assignment 3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Zachariah Cooper &amp; Kellyn Elaine Wolden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</a:t>
            </a:r>
            <a:endParaRPr/>
          </a:p>
        </p:txBody>
      </p:sp>
      <p:grpSp>
        <p:nvGrpSpPr>
          <p:cNvPr id="92" name="Google Shape;92;p14"/>
          <p:cNvGrpSpPr/>
          <p:nvPr/>
        </p:nvGrpSpPr>
        <p:grpSpPr>
          <a:xfrm>
            <a:off x="442545" y="1269888"/>
            <a:ext cx="3889494" cy="3230890"/>
            <a:chOff x="431925" y="1304875"/>
            <a:chExt cx="2628925" cy="3416400"/>
          </a:xfrm>
        </p:grpSpPr>
        <p:sp>
          <p:nvSpPr>
            <p:cNvPr id="93" name="Google Shape;93;p14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14"/>
          <p:cNvSpPr txBox="1"/>
          <p:nvPr>
            <p:ph idx="4294967295" type="body"/>
          </p:nvPr>
        </p:nvSpPr>
        <p:spPr>
          <a:xfrm>
            <a:off x="552774" y="1269825"/>
            <a:ext cx="36906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CO2 Emissions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4"/>
          <p:cNvSpPr txBox="1"/>
          <p:nvPr>
            <p:ph idx="4294967295" type="body"/>
          </p:nvPr>
        </p:nvSpPr>
        <p:spPr>
          <a:xfrm>
            <a:off x="555585" y="1891450"/>
            <a:ext cx="36672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/>
              <a:t>Investigate and compare </a:t>
            </a:r>
            <a:r>
              <a:rPr lang="en" sz="1600"/>
              <a:t>emissions around the world</a:t>
            </a:r>
            <a:endParaRPr sz="1600"/>
          </a:p>
        </p:txBody>
      </p:sp>
      <p:grpSp>
        <p:nvGrpSpPr>
          <p:cNvPr id="97" name="Google Shape;97;p14"/>
          <p:cNvGrpSpPr/>
          <p:nvPr/>
        </p:nvGrpSpPr>
        <p:grpSpPr>
          <a:xfrm>
            <a:off x="4811923" y="1269851"/>
            <a:ext cx="3889519" cy="3230890"/>
            <a:chOff x="3320450" y="1304875"/>
            <a:chExt cx="2632500" cy="3416400"/>
          </a:xfrm>
        </p:grpSpPr>
        <p:sp>
          <p:nvSpPr>
            <p:cNvPr id="98" name="Google Shape;98;p14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0" name="Google Shape;100;p14"/>
          <p:cNvSpPr txBox="1"/>
          <p:nvPr>
            <p:ph idx="4294967295" type="body"/>
          </p:nvPr>
        </p:nvSpPr>
        <p:spPr>
          <a:xfrm>
            <a:off x="4913847" y="1287896"/>
            <a:ext cx="3685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Relationship with Size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1" name="Google Shape;101;p14"/>
          <p:cNvSpPr txBox="1"/>
          <p:nvPr>
            <p:ph idx="4294967295" type="body"/>
          </p:nvPr>
        </p:nvSpPr>
        <p:spPr>
          <a:xfrm>
            <a:off x="4924670" y="1891450"/>
            <a:ext cx="3662100" cy="279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Look into the potential relationship of </a:t>
            </a:r>
            <a:endParaRPr sz="1600"/>
          </a:p>
          <a:p>
            <a:pPr indent="-330200" lvl="0" marL="457200" rtl="0" algn="l">
              <a:spcBef>
                <a:spcPts val="160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Population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GDP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to</a:t>
            </a:r>
            <a:r>
              <a:rPr lang="en" sz="1600"/>
              <a:t> CO2 emissions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Transformations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432350" y="1685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 txBox="1"/>
          <p:nvPr>
            <p:ph idx="4294967295" type="body"/>
          </p:nvPr>
        </p:nvSpPr>
        <p:spPr>
          <a:xfrm>
            <a:off x="432350" y="1832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Parse Data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3044777" y="1685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 txBox="1"/>
          <p:nvPr>
            <p:ph idx="4294967295" type="body"/>
          </p:nvPr>
        </p:nvSpPr>
        <p:spPr>
          <a:xfrm>
            <a:off x="3336150" y="1832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Deletions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p15"/>
          <p:cNvSpPr txBox="1"/>
          <p:nvPr>
            <p:ph idx="4294967295" type="body"/>
          </p:nvPr>
        </p:nvSpPr>
        <p:spPr>
          <a:xfrm>
            <a:off x="3336146" y="25277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Remove any irrelevant data </a:t>
            </a:r>
            <a:endParaRPr sz="1600"/>
          </a:p>
          <a:p>
            <a:pPr indent="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1600"/>
              <a:t>i.e. G7 emissions</a:t>
            </a:r>
            <a:endParaRPr sz="1600"/>
          </a:p>
        </p:txBody>
      </p:sp>
      <p:sp>
        <p:nvSpPr>
          <p:cNvPr id="112" name="Google Shape;112;p15"/>
          <p:cNvSpPr/>
          <p:nvPr/>
        </p:nvSpPr>
        <p:spPr>
          <a:xfrm>
            <a:off x="5948502" y="1685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 txBox="1"/>
          <p:nvPr>
            <p:ph idx="4294967295" type="body"/>
          </p:nvPr>
        </p:nvSpPr>
        <p:spPr>
          <a:xfrm>
            <a:off x="6254225" y="1938125"/>
            <a:ext cx="2257200" cy="35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Merge Country Data w/ Emissions Data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4" name="Google Shape;114;p15"/>
          <p:cNvSpPr txBox="1"/>
          <p:nvPr>
            <p:ph idx="4294967295" type="body"/>
          </p:nvPr>
        </p:nvSpPr>
        <p:spPr>
          <a:xfrm>
            <a:off x="6254226" y="25277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Matched data on country name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Used Left Join to keep all emissions data even if no GDP data</a:t>
            </a:r>
            <a:endParaRPr sz="1600"/>
          </a:p>
        </p:txBody>
      </p:sp>
      <p:sp>
        <p:nvSpPr>
          <p:cNvPr id="115" name="Google Shape;115;p15"/>
          <p:cNvSpPr txBox="1"/>
          <p:nvPr>
            <p:ph idx="4294967295" type="body"/>
          </p:nvPr>
        </p:nvSpPr>
        <p:spPr>
          <a:xfrm>
            <a:off x="432350" y="25277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Create a column containing only country names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Remove any excess characters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Interesting </a:t>
            </a:r>
            <a:r>
              <a:rPr lang="en"/>
              <a:t>Findings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-39300" y="-601500"/>
            <a:ext cx="46113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Population</a:t>
            </a:r>
            <a:endParaRPr/>
          </a:p>
        </p:txBody>
      </p:sp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-39300" y="864000"/>
            <a:ext cx="46113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Countries like Micronesia had small populations, so they had less emissions per person than other top emitting countries.</a:t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16029"/>
          <a:stretch/>
        </p:blipFill>
        <p:spPr>
          <a:xfrm>
            <a:off x="3280975" y="2306250"/>
            <a:ext cx="5863024" cy="28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265500" y="5415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Largest</a:t>
            </a:r>
            <a:endParaRPr/>
          </a:p>
        </p:txBody>
      </p:sp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265500" y="21594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India, while one of the largest CO2 emitters, is able to keep their emissions per population down more significantly than countries like Mexico. </a:t>
            </a:r>
            <a:endParaRPr/>
          </a:p>
        </p:txBody>
      </p:sp>
      <p:pic>
        <p:nvPicPr>
          <p:cNvPr id="134" name="Google Shape;13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150" y="569900"/>
            <a:ext cx="4469350" cy="400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265500" y="9987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</a:t>
            </a:r>
            <a:endParaRPr/>
          </a:p>
        </p:txBody>
      </p: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265500" y="26166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our calculated average, only two countries are exceeding that value: China and the United States.</a:t>
            </a:r>
            <a:endParaRPr/>
          </a:p>
        </p:txBody>
      </p:sp>
      <p:pic>
        <p:nvPicPr>
          <p:cNvPr id="141" name="Google Shape;14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2850" y="152400"/>
            <a:ext cx="386767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